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#3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2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51EE5-AD96-4B9F-AD0F-CA64D912F8E4}" type="doc">
      <dgm:prSet loTypeId="urn:microsoft.com/office/officeart/2018/2/layout/IconCircleList" loCatId="icon" qsTypeId="urn:microsoft.com/office/officeart/2005/8/quickstyle/simple1#25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331DA5-3909-4924-9F09-BED440484E37}">
      <dgm:prSet/>
      <dgm:spPr/>
      <dgm:t>
        <a:bodyPr/>
        <a:lstStyle/>
        <a:p>
          <a:r>
            <a:rPr lang="en-IN" b="1"/>
            <a:t>Total Records Analyzed:</a:t>
          </a:r>
          <a:r>
            <a:rPr lang="en-IN"/>
            <a:t> 15K historical observations. </a:t>
          </a:r>
          <a:endParaRPr lang="en-US"/>
        </a:p>
      </dgm:t>
    </dgm:pt>
    <dgm:pt modelId="{67F67D6C-2D8E-498B-97FA-098538EA28A9}" type="parTrans" cxnId="{1D9A5386-D7C2-458F-839C-F28667528931}">
      <dgm:prSet/>
      <dgm:spPr/>
      <dgm:t>
        <a:bodyPr/>
        <a:lstStyle/>
        <a:p>
          <a:endParaRPr lang="en-US"/>
        </a:p>
      </dgm:t>
    </dgm:pt>
    <dgm:pt modelId="{F600D921-CDAD-4674-A39A-9FB14EE5EDEE}" type="sibTrans" cxnId="{1D9A5386-D7C2-458F-839C-F28667528931}">
      <dgm:prSet/>
      <dgm:spPr/>
      <dgm:t>
        <a:bodyPr/>
        <a:lstStyle/>
        <a:p>
          <a:endParaRPr lang="en-US"/>
        </a:p>
      </dgm:t>
    </dgm:pt>
    <dgm:pt modelId="{7C5F3CAA-2AC1-47CB-98D3-CDE5115B630F}">
      <dgm:prSet/>
      <dgm:spPr/>
      <dgm:t>
        <a:bodyPr/>
        <a:lstStyle/>
        <a:p>
          <a:r>
            <a:rPr lang="en-IN" b="1"/>
            <a:t>Total Documented Inundations:</a:t>
          </a:r>
          <a:r>
            <a:rPr lang="en-IN"/>
            <a:t> 1K critical flood events. </a:t>
          </a:r>
          <a:endParaRPr lang="en-US"/>
        </a:p>
      </dgm:t>
    </dgm:pt>
    <dgm:pt modelId="{C7D3FF10-A2D6-4A53-B600-6340A33D2B62}" type="parTrans" cxnId="{BCFD2E02-1549-49A1-9C49-FC2C3A79D957}">
      <dgm:prSet/>
      <dgm:spPr/>
      <dgm:t>
        <a:bodyPr/>
        <a:lstStyle/>
        <a:p>
          <a:endParaRPr lang="en-US"/>
        </a:p>
      </dgm:t>
    </dgm:pt>
    <dgm:pt modelId="{D2611D88-F6CC-4660-8F8B-AE3712A1B5BA}" type="sibTrans" cxnId="{BCFD2E02-1549-49A1-9C49-FC2C3A79D957}">
      <dgm:prSet/>
      <dgm:spPr/>
      <dgm:t>
        <a:bodyPr/>
        <a:lstStyle/>
        <a:p>
          <a:endParaRPr lang="en-US"/>
        </a:p>
      </dgm:t>
    </dgm:pt>
    <dgm:pt modelId="{96D32353-61D9-4CFF-827B-1B43A20D3ED4}">
      <dgm:prSet/>
      <dgm:spPr/>
      <dgm:t>
        <a:bodyPr/>
        <a:lstStyle/>
        <a:p>
          <a:r>
            <a:rPr lang="en-IN" b="1"/>
            <a:t>Hydrological Baseline:</a:t>
          </a:r>
          <a:r>
            <a:rPr lang="en-IN"/>
            <a:t> 2.62K average discharge flow rate. </a:t>
          </a:r>
          <a:endParaRPr lang="en-US"/>
        </a:p>
      </dgm:t>
    </dgm:pt>
    <dgm:pt modelId="{3832FEA2-D4CB-4983-8509-7D8F58281BFE}" type="parTrans" cxnId="{346FBDC0-C165-4B59-B4D9-D5D921DDC715}">
      <dgm:prSet/>
      <dgm:spPr/>
      <dgm:t>
        <a:bodyPr/>
        <a:lstStyle/>
        <a:p>
          <a:endParaRPr lang="en-US"/>
        </a:p>
      </dgm:t>
    </dgm:pt>
    <dgm:pt modelId="{6AEDE7F7-EA58-4013-A6D0-05AD1DAAB7C4}" type="sibTrans" cxnId="{346FBDC0-C165-4B59-B4D9-D5D921DDC715}">
      <dgm:prSet/>
      <dgm:spPr/>
      <dgm:t>
        <a:bodyPr/>
        <a:lstStyle/>
        <a:p>
          <a:endParaRPr lang="en-US"/>
        </a:p>
      </dgm:t>
    </dgm:pt>
    <dgm:pt modelId="{69A39E6A-22DD-42E9-8896-DF8B978A9968}">
      <dgm:prSet/>
      <dgm:spPr/>
      <dgm:t>
        <a:bodyPr/>
        <a:lstStyle/>
        <a:p>
          <a:r>
            <a:rPr lang="en-IN" b="1"/>
            <a:t>Baseline Event Likelihood:</a:t>
          </a:r>
          <a:r>
            <a:rPr lang="en-IN"/>
            <a:t> 0.50 average flood probability (balanced historical distribution). </a:t>
          </a:r>
          <a:endParaRPr lang="en-US"/>
        </a:p>
      </dgm:t>
    </dgm:pt>
    <dgm:pt modelId="{CB689106-642A-4830-8145-8D356DF30CCF}" type="parTrans" cxnId="{374F948F-AD67-49F3-9E14-F656A3BCB7EB}">
      <dgm:prSet/>
      <dgm:spPr/>
      <dgm:t>
        <a:bodyPr/>
        <a:lstStyle/>
        <a:p>
          <a:endParaRPr lang="en-US"/>
        </a:p>
      </dgm:t>
    </dgm:pt>
    <dgm:pt modelId="{5EC7D924-507B-4B50-9259-38D2A49E4EEA}" type="sibTrans" cxnId="{374F948F-AD67-49F3-9E14-F656A3BCB7EB}">
      <dgm:prSet/>
      <dgm:spPr/>
      <dgm:t>
        <a:bodyPr/>
        <a:lstStyle/>
        <a:p>
          <a:endParaRPr lang="en-US"/>
        </a:p>
      </dgm:t>
    </dgm:pt>
    <dgm:pt modelId="{B57BFBB2-8379-437F-A5AE-F9F2250BB6CD}">
      <dgm:prSet/>
      <dgm:spPr/>
      <dgm:t>
        <a:bodyPr/>
        <a:lstStyle/>
        <a:p>
          <a:r>
            <a:rPr lang="en-IN" b="1"/>
            <a:t>Runoff Multiplier:</a:t>
          </a:r>
          <a:r>
            <a:rPr lang="en-IN"/>
            <a:t> 2.29 Deforestation Impact Ratio (forest loss more than doubles local runoff velocity).</a:t>
          </a:r>
          <a:endParaRPr lang="en-US"/>
        </a:p>
      </dgm:t>
    </dgm:pt>
    <dgm:pt modelId="{3B74B174-E86A-478C-8164-F82CAB9B878B}" type="parTrans" cxnId="{C3F9258A-6672-4A31-A139-DF7D85B5F4F4}">
      <dgm:prSet/>
      <dgm:spPr/>
      <dgm:t>
        <a:bodyPr/>
        <a:lstStyle/>
        <a:p>
          <a:endParaRPr lang="en-US"/>
        </a:p>
      </dgm:t>
    </dgm:pt>
    <dgm:pt modelId="{5349AF01-9D20-4768-A5AE-DAB965ECCD3A}" type="sibTrans" cxnId="{C3F9258A-6672-4A31-A139-DF7D85B5F4F4}">
      <dgm:prSet/>
      <dgm:spPr/>
      <dgm:t>
        <a:bodyPr/>
        <a:lstStyle/>
        <a:p>
          <a:endParaRPr lang="en-US"/>
        </a:p>
      </dgm:t>
    </dgm:pt>
    <dgm:pt modelId="{3C1D31F9-B7D4-407F-B95A-09B2D0777613}" type="pres">
      <dgm:prSet presAssocID="{02F51EE5-AD96-4B9F-AD0F-CA64D912F8E4}" presName="root" presStyleCnt="0">
        <dgm:presLayoutVars>
          <dgm:dir/>
          <dgm:resizeHandles val="exact"/>
        </dgm:presLayoutVars>
      </dgm:prSet>
      <dgm:spPr/>
    </dgm:pt>
    <dgm:pt modelId="{A623D831-732A-4E11-8027-7F3E60211A5D}" type="pres">
      <dgm:prSet presAssocID="{02F51EE5-AD96-4B9F-AD0F-CA64D912F8E4}" presName="container" presStyleCnt="0">
        <dgm:presLayoutVars>
          <dgm:dir/>
          <dgm:resizeHandles val="exact"/>
        </dgm:presLayoutVars>
      </dgm:prSet>
      <dgm:spPr/>
    </dgm:pt>
    <dgm:pt modelId="{3A0FB8A5-A462-4456-9D5A-34B9075B541B}" type="pres">
      <dgm:prSet presAssocID="{66331DA5-3909-4924-9F09-BED440484E37}" presName="compNode" presStyleCnt="0"/>
      <dgm:spPr/>
    </dgm:pt>
    <dgm:pt modelId="{AC303215-BC45-4556-BF01-51C8F4A35CC0}" type="pres">
      <dgm:prSet presAssocID="{66331DA5-3909-4924-9F09-BED440484E37}" presName="iconBgRect" presStyleLbl="bgShp" presStyleIdx="0" presStyleCnt="5"/>
      <dgm:spPr/>
    </dgm:pt>
    <dgm:pt modelId="{7870F81A-A3CA-45E2-B4A8-AB7BF50C652A}" type="pres">
      <dgm:prSet presAssocID="{66331DA5-3909-4924-9F09-BED440484E3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FCC8C961-1B83-4B79-B051-CDF17670E222}" type="pres">
      <dgm:prSet presAssocID="{66331DA5-3909-4924-9F09-BED440484E37}" presName="spaceRect" presStyleCnt="0"/>
      <dgm:spPr/>
    </dgm:pt>
    <dgm:pt modelId="{6BA007A5-99AF-428F-84B0-C33CB73B9CE2}" type="pres">
      <dgm:prSet presAssocID="{66331DA5-3909-4924-9F09-BED440484E37}" presName="textRect" presStyleLbl="revTx" presStyleIdx="0" presStyleCnt="5">
        <dgm:presLayoutVars>
          <dgm:chMax val="1"/>
          <dgm:chPref val="1"/>
        </dgm:presLayoutVars>
      </dgm:prSet>
      <dgm:spPr/>
    </dgm:pt>
    <dgm:pt modelId="{1DD57526-2965-4DD1-95D9-ADF05DE0C271}" type="pres">
      <dgm:prSet presAssocID="{F600D921-CDAD-4674-A39A-9FB14EE5EDEE}" presName="sibTrans" presStyleLbl="sibTrans2D1" presStyleIdx="0" presStyleCnt="0"/>
      <dgm:spPr/>
    </dgm:pt>
    <dgm:pt modelId="{1C49F82A-CF9F-48F2-99D3-62F7E0BE0856}" type="pres">
      <dgm:prSet presAssocID="{7C5F3CAA-2AC1-47CB-98D3-CDE5115B630F}" presName="compNode" presStyleCnt="0"/>
      <dgm:spPr/>
    </dgm:pt>
    <dgm:pt modelId="{BA49B540-0E4B-4E85-8649-470DAE900829}" type="pres">
      <dgm:prSet presAssocID="{7C5F3CAA-2AC1-47CB-98D3-CDE5115B630F}" presName="iconBgRect" presStyleLbl="bgShp" presStyleIdx="1" presStyleCnt="5"/>
      <dgm:spPr/>
    </dgm:pt>
    <dgm:pt modelId="{F5B705C0-D89D-4019-97C6-49C82FB0EEE7}" type="pres">
      <dgm:prSet presAssocID="{7C5F3CAA-2AC1-47CB-98D3-CDE5115B630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69AD6C2B-B4B1-4968-A582-89DD21B9016E}" type="pres">
      <dgm:prSet presAssocID="{7C5F3CAA-2AC1-47CB-98D3-CDE5115B630F}" presName="spaceRect" presStyleCnt="0"/>
      <dgm:spPr/>
    </dgm:pt>
    <dgm:pt modelId="{2508E333-E7D3-4731-BBF0-B462BB4B3DEF}" type="pres">
      <dgm:prSet presAssocID="{7C5F3CAA-2AC1-47CB-98D3-CDE5115B630F}" presName="textRect" presStyleLbl="revTx" presStyleIdx="1" presStyleCnt="5">
        <dgm:presLayoutVars>
          <dgm:chMax val="1"/>
          <dgm:chPref val="1"/>
        </dgm:presLayoutVars>
      </dgm:prSet>
      <dgm:spPr/>
    </dgm:pt>
    <dgm:pt modelId="{535C9950-C480-48C5-B611-D6D919878328}" type="pres">
      <dgm:prSet presAssocID="{D2611D88-F6CC-4660-8F8B-AE3712A1B5BA}" presName="sibTrans" presStyleLbl="sibTrans2D1" presStyleIdx="0" presStyleCnt="0"/>
      <dgm:spPr/>
    </dgm:pt>
    <dgm:pt modelId="{DE000776-5952-4E46-930F-28B128761E65}" type="pres">
      <dgm:prSet presAssocID="{96D32353-61D9-4CFF-827B-1B43A20D3ED4}" presName="compNode" presStyleCnt="0"/>
      <dgm:spPr/>
    </dgm:pt>
    <dgm:pt modelId="{4394D874-53AE-49CF-ADEC-3426B1401049}" type="pres">
      <dgm:prSet presAssocID="{96D32353-61D9-4CFF-827B-1B43A20D3ED4}" presName="iconBgRect" presStyleLbl="bgShp" presStyleIdx="2" presStyleCnt="5"/>
      <dgm:spPr/>
    </dgm:pt>
    <dgm:pt modelId="{0F22E081-C0A1-41C3-B860-F2182346F75F}" type="pres">
      <dgm:prSet presAssocID="{96D32353-61D9-4CFF-827B-1B43A20D3ED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8107B2F3-6EF3-4135-B4D0-FDFE6B35225B}" type="pres">
      <dgm:prSet presAssocID="{96D32353-61D9-4CFF-827B-1B43A20D3ED4}" presName="spaceRect" presStyleCnt="0"/>
      <dgm:spPr/>
    </dgm:pt>
    <dgm:pt modelId="{E92F343A-8A74-451C-9BC7-2D2B55880BB3}" type="pres">
      <dgm:prSet presAssocID="{96D32353-61D9-4CFF-827B-1B43A20D3ED4}" presName="textRect" presStyleLbl="revTx" presStyleIdx="2" presStyleCnt="5">
        <dgm:presLayoutVars>
          <dgm:chMax val="1"/>
          <dgm:chPref val="1"/>
        </dgm:presLayoutVars>
      </dgm:prSet>
      <dgm:spPr/>
    </dgm:pt>
    <dgm:pt modelId="{34A76B3B-F4B1-42B1-9991-4C2471F7AA15}" type="pres">
      <dgm:prSet presAssocID="{6AEDE7F7-EA58-4013-A6D0-05AD1DAAB7C4}" presName="sibTrans" presStyleLbl="sibTrans2D1" presStyleIdx="0" presStyleCnt="0"/>
      <dgm:spPr/>
    </dgm:pt>
    <dgm:pt modelId="{DBAFE464-82A2-4C14-80A1-BCFA8D7A99D7}" type="pres">
      <dgm:prSet presAssocID="{69A39E6A-22DD-42E9-8896-DF8B978A9968}" presName="compNode" presStyleCnt="0"/>
      <dgm:spPr/>
    </dgm:pt>
    <dgm:pt modelId="{2DE3670B-2F8F-4EA4-92E5-5B5FA0F8550C}" type="pres">
      <dgm:prSet presAssocID="{69A39E6A-22DD-42E9-8896-DF8B978A9968}" presName="iconBgRect" presStyleLbl="bgShp" presStyleIdx="3" presStyleCnt="5"/>
      <dgm:spPr/>
    </dgm:pt>
    <dgm:pt modelId="{A3E7D357-7623-4B97-895E-81E475B74053}" type="pres">
      <dgm:prSet presAssocID="{69A39E6A-22DD-42E9-8896-DF8B978A996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8C992E71-7E53-4E17-B4ED-A4D1CD17E76E}" type="pres">
      <dgm:prSet presAssocID="{69A39E6A-22DD-42E9-8896-DF8B978A9968}" presName="spaceRect" presStyleCnt="0"/>
      <dgm:spPr/>
    </dgm:pt>
    <dgm:pt modelId="{1853F2BC-07CB-4576-AF3A-1797BD5A07A3}" type="pres">
      <dgm:prSet presAssocID="{69A39E6A-22DD-42E9-8896-DF8B978A9968}" presName="textRect" presStyleLbl="revTx" presStyleIdx="3" presStyleCnt="5">
        <dgm:presLayoutVars>
          <dgm:chMax val="1"/>
          <dgm:chPref val="1"/>
        </dgm:presLayoutVars>
      </dgm:prSet>
      <dgm:spPr/>
    </dgm:pt>
    <dgm:pt modelId="{780AF969-C054-46E6-9AB0-0359E636C135}" type="pres">
      <dgm:prSet presAssocID="{5EC7D924-507B-4B50-9259-38D2A49E4EEA}" presName="sibTrans" presStyleLbl="sibTrans2D1" presStyleIdx="0" presStyleCnt="0"/>
      <dgm:spPr/>
    </dgm:pt>
    <dgm:pt modelId="{6BF14B79-0CCA-4DAC-85C0-FA955CFBBB85}" type="pres">
      <dgm:prSet presAssocID="{B57BFBB2-8379-437F-A5AE-F9F2250BB6CD}" presName="compNode" presStyleCnt="0"/>
      <dgm:spPr/>
    </dgm:pt>
    <dgm:pt modelId="{E5F4EF34-1A2C-48C5-AA37-63E4D2981E48}" type="pres">
      <dgm:prSet presAssocID="{B57BFBB2-8379-437F-A5AE-F9F2250BB6CD}" presName="iconBgRect" presStyleLbl="bgShp" presStyleIdx="4" presStyleCnt="5"/>
      <dgm:spPr/>
    </dgm:pt>
    <dgm:pt modelId="{16496FCF-57F5-4766-BB58-F773E6BC01C4}" type="pres">
      <dgm:prSet presAssocID="{B57BFBB2-8379-437F-A5AE-F9F2250BB6C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804F0236-25D2-4961-8F77-68A10AAE3B61}" type="pres">
      <dgm:prSet presAssocID="{B57BFBB2-8379-437F-A5AE-F9F2250BB6CD}" presName="spaceRect" presStyleCnt="0"/>
      <dgm:spPr/>
    </dgm:pt>
    <dgm:pt modelId="{2BA4A87A-B1D2-4632-8CDF-07604E9F0196}" type="pres">
      <dgm:prSet presAssocID="{B57BFBB2-8379-437F-A5AE-F9F2250BB6C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CFD2E02-1549-49A1-9C49-FC2C3A79D957}" srcId="{02F51EE5-AD96-4B9F-AD0F-CA64D912F8E4}" destId="{7C5F3CAA-2AC1-47CB-98D3-CDE5115B630F}" srcOrd="1" destOrd="0" parTransId="{C7D3FF10-A2D6-4A53-B600-6340A33D2B62}" sibTransId="{D2611D88-F6CC-4660-8F8B-AE3712A1B5BA}"/>
    <dgm:cxn modelId="{E6FA1808-A3ED-41BC-AC33-E780669BBA69}" type="presOf" srcId="{B57BFBB2-8379-437F-A5AE-F9F2250BB6CD}" destId="{2BA4A87A-B1D2-4632-8CDF-07604E9F0196}" srcOrd="0" destOrd="0" presId="urn:microsoft.com/office/officeart/2018/2/layout/IconCircleList"/>
    <dgm:cxn modelId="{7B0EBF20-1D03-4D10-B0D8-397ABB211744}" type="presOf" srcId="{F600D921-CDAD-4674-A39A-9FB14EE5EDEE}" destId="{1DD57526-2965-4DD1-95D9-ADF05DE0C271}" srcOrd="0" destOrd="0" presId="urn:microsoft.com/office/officeart/2018/2/layout/IconCircleList"/>
    <dgm:cxn modelId="{2BA46230-87F1-4E9B-874B-3D6C78250A3B}" type="presOf" srcId="{5EC7D924-507B-4B50-9259-38D2A49E4EEA}" destId="{780AF969-C054-46E6-9AB0-0359E636C135}" srcOrd="0" destOrd="0" presId="urn:microsoft.com/office/officeart/2018/2/layout/IconCircleList"/>
    <dgm:cxn modelId="{1D279C69-36EA-4975-96CD-A8A9773E917A}" type="presOf" srcId="{7C5F3CAA-2AC1-47CB-98D3-CDE5115B630F}" destId="{2508E333-E7D3-4731-BBF0-B462BB4B3DEF}" srcOrd="0" destOrd="0" presId="urn:microsoft.com/office/officeart/2018/2/layout/IconCircleList"/>
    <dgm:cxn modelId="{C5316B53-2F76-4F39-89F0-F1AE31F6CC27}" type="presOf" srcId="{02F51EE5-AD96-4B9F-AD0F-CA64D912F8E4}" destId="{3C1D31F9-B7D4-407F-B95A-09B2D0777613}" srcOrd="0" destOrd="0" presId="urn:microsoft.com/office/officeart/2018/2/layout/IconCircleList"/>
    <dgm:cxn modelId="{25F82B74-75EA-4B88-92EC-97236ED25847}" type="presOf" srcId="{6AEDE7F7-EA58-4013-A6D0-05AD1DAAB7C4}" destId="{34A76B3B-F4B1-42B1-9991-4C2471F7AA15}" srcOrd="0" destOrd="0" presId="urn:microsoft.com/office/officeart/2018/2/layout/IconCircleList"/>
    <dgm:cxn modelId="{19C12786-ED10-4CBB-8D41-B48BD5DF15F6}" type="presOf" srcId="{69A39E6A-22DD-42E9-8896-DF8B978A9968}" destId="{1853F2BC-07CB-4576-AF3A-1797BD5A07A3}" srcOrd="0" destOrd="0" presId="urn:microsoft.com/office/officeart/2018/2/layout/IconCircleList"/>
    <dgm:cxn modelId="{1D9A5386-D7C2-458F-839C-F28667528931}" srcId="{02F51EE5-AD96-4B9F-AD0F-CA64D912F8E4}" destId="{66331DA5-3909-4924-9F09-BED440484E37}" srcOrd="0" destOrd="0" parTransId="{67F67D6C-2D8E-498B-97FA-098538EA28A9}" sibTransId="{F600D921-CDAD-4674-A39A-9FB14EE5EDEE}"/>
    <dgm:cxn modelId="{C3F9258A-6672-4A31-A139-DF7D85B5F4F4}" srcId="{02F51EE5-AD96-4B9F-AD0F-CA64D912F8E4}" destId="{B57BFBB2-8379-437F-A5AE-F9F2250BB6CD}" srcOrd="4" destOrd="0" parTransId="{3B74B174-E86A-478C-8164-F82CAB9B878B}" sibTransId="{5349AF01-9D20-4768-A5AE-DAB965ECCD3A}"/>
    <dgm:cxn modelId="{374F948F-AD67-49F3-9E14-F656A3BCB7EB}" srcId="{02F51EE5-AD96-4B9F-AD0F-CA64D912F8E4}" destId="{69A39E6A-22DD-42E9-8896-DF8B978A9968}" srcOrd="3" destOrd="0" parTransId="{CB689106-642A-4830-8145-8D356DF30CCF}" sibTransId="{5EC7D924-507B-4B50-9259-38D2A49E4EEA}"/>
    <dgm:cxn modelId="{9849A4A3-1137-41A0-A833-4E010868B437}" type="presOf" srcId="{D2611D88-F6CC-4660-8F8B-AE3712A1B5BA}" destId="{535C9950-C480-48C5-B611-D6D919878328}" srcOrd="0" destOrd="0" presId="urn:microsoft.com/office/officeart/2018/2/layout/IconCircleList"/>
    <dgm:cxn modelId="{3A7EDAAF-8756-4B9D-B47B-6810E9C372B0}" type="presOf" srcId="{96D32353-61D9-4CFF-827B-1B43A20D3ED4}" destId="{E92F343A-8A74-451C-9BC7-2D2B55880BB3}" srcOrd="0" destOrd="0" presId="urn:microsoft.com/office/officeart/2018/2/layout/IconCircleList"/>
    <dgm:cxn modelId="{346FBDC0-C165-4B59-B4D9-D5D921DDC715}" srcId="{02F51EE5-AD96-4B9F-AD0F-CA64D912F8E4}" destId="{96D32353-61D9-4CFF-827B-1B43A20D3ED4}" srcOrd="2" destOrd="0" parTransId="{3832FEA2-D4CB-4983-8509-7D8F58281BFE}" sibTransId="{6AEDE7F7-EA58-4013-A6D0-05AD1DAAB7C4}"/>
    <dgm:cxn modelId="{3A579FC6-6C0C-4515-A371-143C56110899}" type="presOf" srcId="{66331DA5-3909-4924-9F09-BED440484E37}" destId="{6BA007A5-99AF-428F-84B0-C33CB73B9CE2}" srcOrd="0" destOrd="0" presId="urn:microsoft.com/office/officeart/2018/2/layout/IconCircleList"/>
    <dgm:cxn modelId="{645A28CF-3C3B-417C-8C65-561047CAC985}" type="presParOf" srcId="{3C1D31F9-B7D4-407F-B95A-09B2D0777613}" destId="{A623D831-732A-4E11-8027-7F3E60211A5D}" srcOrd="0" destOrd="0" presId="urn:microsoft.com/office/officeart/2018/2/layout/IconCircleList"/>
    <dgm:cxn modelId="{22B50206-37FC-479A-82F9-36E95BC49DAC}" type="presParOf" srcId="{A623D831-732A-4E11-8027-7F3E60211A5D}" destId="{3A0FB8A5-A462-4456-9D5A-34B9075B541B}" srcOrd="0" destOrd="0" presId="urn:microsoft.com/office/officeart/2018/2/layout/IconCircleList"/>
    <dgm:cxn modelId="{0B56064A-DB9B-4281-BE98-D9F3CAF0F1FE}" type="presParOf" srcId="{3A0FB8A5-A462-4456-9D5A-34B9075B541B}" destId="{AC303215-BC45-4556-BF01-51C8F4A35CC0}" srcOrd="0" destOrd="0" presId="urn:microsoft.com/office/officeart/2018/2/layout/IconCircleList"/>
    <dgm:cxn modelId="{86FDE968-611B-4199-89D8-3BC9B54F97F2}" type="presParOf" srcId="{3A0FB8A5-A462-4456-9D5A-34B9075B541B}" destId="{7870F81A-A3CA-45E2-B4A8-AB7BF50C652A}" srcOrd="1" destOrd="0" presId="urn:microsoft.com/office/officeart/2018/2/layout/IconCircleList"/>
    <dgm:cxn modelId="{E0585F38-E69D-4799-9B5F-F8D10A4F9BC9}" type="presParOf" srcId="{3A0FB8A5-A462-4456-9D5A-34B9075B541B}" destId="{FCC8C961-1B83-4B79-B051-CDF17670E222}" srcOrd="2" destOrd="0" presId="urn:microsoft.com/office/officeart/2018/2/layout/IconCircleList"/>
    <dgm:cxn modelId="{0EB35296-2B8D-4698-9478-9769D02829A9}" type="presParOf" srcId="{3A0FB8A5-A462-4456-9D5A-34B9075B541B}" destId="{6BA007A5-99AF-428F-84B0-C33CB73B9CE2}" srcOrd="3" destOrd="0" presId="urn:microsoft.com/office/officeart/2018/2/layout/IconCircleList"/>
    <dgm:cxn modelId="{49F8C7AB-D042-49EF-82C7-1D9E7DDB9A5F}" type="presParOf" srcId="{A623D831-732A-4E11-8027-7F3E60211A5D}" destId="{1DD57526-2965-4DD1-95D9-ADF05DE0C271}" srcOrd="1" destOrd="0" presId="urn:microsoft.com/office/officeart/2018/2/layout/IconCircleList"/>
    <dgm:cxn modelId="{CDA16088-2F11-4EEF-AC45-C6DB4ABF95CB}" type="presParOf" srcId="{A623D831-732A-4E11-8027-7F3E60211A5D}" destId="{1C49F82A-CF9F-48F2-99D3-62F7E0BE0856}" srcOrd="2" destOrd="0" presId="urn:microsoft.com/office/officeart/2018/2/layout/IconCircleList"/>
    <dgm:cxn modelId="{1470CE44-594D-4F5E-BEE7-97D224ED02AF}" type="presParOf" srcId="{1C49F82A-CF9F-48F2-99D3-62F7E0BE0856}" destId="{BA49B540-0E4B-4E85-8649-470DAE900829}" srcOrd="0" destOrd="0" presId="urn:microsoft.com/office/officeart/2018/2/layout/IconCircleList"/>
    <dgm:cxn modelId="{BEF69CAE-C52C-43F7-9D9D-FA5A32913037}" type="presParOf" srcId="{1C49F82A-CF9F-48F2-99D3-62F7E0BE0856}" destId="{F5B705C0-D89D-4019-97C6-49C82FB0EEE7}" srcOrd="1" destOrd="0" presId="urn:microsoft.com/office/officeart/2018/2/layout/IconCircleList"/>
    <dgm:cxn modelId="{A9DA2DC8-65CF-49E3-A301-1B8EFDFC5950}" type="presParOf" srcId="{1C49F82A-CF9F-48F2-99D3-62F7E0BE0856}" destId="{69AD6C2B-B4B1-4968-A582-89DD21B9016E}" srcOrd="2" destOrd="0" presId="urn:microsoft.com/office/officeart/2018/2/layout/IconCircleList"/>
    <dgm:cxn modelId="{34078148-6048-4EAB-B276-D9EBC729998A}" type="presParOf" srcId="{1C49F82A-CF9F-48F2-99D3-62F7E0BE0856}" destId="{2508E333-E7D3-4731-BBF0-B462BB4B3DEF}" srcOrd="3" destOrd="0" presId="urn:microsoft.com/office/officeart/2018/2/layout/IconCircleList"/>
    <dgm:cxn modelId="{207216AE-F1CC-4656-B031-3A62800D1986}" type="presParOf" srcId="{A623D831-732A-4E11-8027-7F3E60211A5D}" destId="{535C9950-C480-48C5-B611-D6D919878328}" srcOrd="3" destOrd="0" presId="urn:microsoft.com/office/officeart/2018/2/layout/IconCircleList"/>
    <dgm:cxn modelId="{2FD4397B-D586-4CB5-80FF-CABBE6E38975}" type="presParOf" srcId="{A623D831-732A-4E11-8027-7F3E60211A5D}" destId="{DE000776-5952-4E46-930F-28B128761E65}" srcOrd="4" destOrd="0" presId="urn:microsoft.com/office/officeart/2018/2/layout/IconCircleList"/>
    <dgm:cxn modelId="{19FA9E8B-E27A-4745-9F40-1EDC9E4E4DA4}" type="presParOf" srcId="{DE000776-5952-4E46-930F-28B128761E65}" destId="{4394D874-53AE-49CF-ADEC-3426B1401049}" srcOrd="0" destOrd="0" presId="urn:microsoft.com/office/officeart/2018/2/layout/IconCircleList"/>
    <dgm:cxn modelId="{2C5E7763-3FE9-4131-A9FC-3DE878E5F4C8}" type="presParOf" srcId="{DE000776-5952-4E46-930F-28B128761E65}" destId="{0F22E081-C0A1-41C3-B860-F2182346F75F}" srcOrd="1" destOrd="0" presId="urn:microsoft.com/office/officeart/2018/2/layout/IconCircleList"/>
    <dgm:cxn modelId="{324EE3EB-ADC3-4A97-AD21-04A3BFFE4C7F}" type="presParOf" srcId="{DE000776-5952-4E46-930F-28B128761E65}" destId="{8107B2F3-6EF3-4135-B4D0-FDFE6B35225B}" srcOrd="2" destOrd="0" presId="urn:microsoft.com/office/officeart/2018/2/layout/IconCircleList"/>
    <dgm:cxn modelId="{78B5C8B4-970C-41C9-B23C-4D50992322EF}" type="presParOf" srcId="{DE000776-5952-4E46-930F-28B128761E65}" destId="{E92F343A-8A74-451C-9BC7-2D2B55880BB3}" srcOrd="3" destOrd="0" presId="urn:microsoft.com/office/officeart/2018/2/layout/IconCircleList"/>
    <dgm:cxn modelId="{63DBA712-57A4-4F3C-80E5-11BC28FAB257}" type="presParOf" srcId="{A623D831-732A-4E11-8027-7F3E60211A5D}" destId="{34A76B3B-F4B1-42B1-9991-4C2471F7AA15}" srcOrd="5" destOrd="0" presId="urn:microsoft.com/office/officeart/2018/2/layout/IconCircleList"/>
    <dgm:cxn modelId="{0EF9126C-FCC6-4397-9E29-BF4A4309AE76}" type="presParOf" srcId="{A623D831-732A-4E11-8027-7F3E60211A5D}" destId="{DBAFE464-82A2-4C14-80A1-BCFA8D7A99D7}" srcOrd="6" destOrd="0" presId="urn:microsoft.com/office/officeart/2018/2/layout/IconCircleList"/>
    <dgm:cxn modelId="{3E53F8A5-E92E-471C-AE37-573E48807DF7}" type="presParOf" srcId="{DBAFE464-82A2-4C14-80A1-BCFA8D7A99D7}" destId="{2DE3670B-2F8F-4EA4-92E5-5B5FA0F8550C}" srcOrd="0" destOrd="0" presId="urn:microsoft.com/office/officeart/2018/2/layout/IconCircleList"/>
    <dgm:cxn modelId="{DA582DDC-418A-4171-BD23-E97FA734396B}" type="presParOf" srcId="{DBAFE464-82A2-4C14-80A1-BCFA8D7A99D7}" destId="{A3E7D357-7623-4B97-895E-81E475B74053}" srcOrd="1" destOrd="0" presId="urn:microsoft.com/office/officeart/2018/2/layout/IconCircleList"/>
    <dgm:cxn modelId="{C2BD8D7F-CDF8-47B1-8D2E-BEE2B3FD9509}" type="presParOf" srcId="{DBAFE464-82A2-4C14-80A1-BCFA8D7A99D7}" destId="{8C992E71-7E53-4E17-B4ED-A4D1CD17E76E}" srcOrd="2" destOrd="0" presId="urn:microsoft.com/office/officeart/2018/2/layout/IconCircleList"/>
    <dgm:cxn modelId="{7559DAC3-B828-4D22-8782-3D5BE92E7CEC}" type="presParOf" srcId="{DBAFE464-82A2-4C14-80A1-BCFA8D7A99D7}" destId="{1853F2BC-07CB-4576-AF3A-1797BD5A07A3}" srcOrd="3" destOrd="0" presId="urn:microsoft.com/office/officeart/2018/2/layout/IconCircleList"/>
    <dgm:cxn modelId="{7154E30C-4439-40F0-8A5F-9594E7757E4B}" type="presParOf" srcId="{A623D831-732A-4E11-8027-7F3E60211A5D}" destId="{780AF969-C054-46E6-9AB0-0359E636C135}" srcOrd="7" destOrd="0" presId="urn:microsoft.com/office/officeart/2018/2/layout/IconCircleList"/>
    <dgm:cxn modelId="{0EEF13DD-97CD-477A-9F83-87C867231071}" type="presParOf" srcId="{A623D831-732A-4E11-8027-7F3E60211A5D}" destId="{6BF14B79-0CCA-4DAC-85C0-FA955CFBBB85}" srcOrd="8" destOrd="0" presId="urn:microsoft.com/office/officeart/2018/2/layout/IconCircleList"/>
    <dgm:cxn modelId="{09C09D6C-10F5-423B-BCA9-88427245A2BA}" type="presParOf" srcId="{6BF14B79-0CCA-4DAC-85C0-FA955CFBBB85}" destId="{E5F4EF34-1A2C-48C5-AA37-63E4D2981E48}" srcOrd="0" destOrd="0" presId="urn:microsoft.com/office/officeart/2018/2/layout/IconCircleList"/>
    <dgm:cxn modelId="{BAD25763-91CB-4145-B7CE-3B047E93A9F5}" type="presParOf" srcId="{6BF14B79-0CCA-4DAC-85C0-FA955CFBBB85}" destId="{16496FCF-57F5-4766-BB58-F773E6BC01C4}" srcOrd="1" destOrd="0" presId="urn:microsoft.com/office/officeart/2018/2/layout/IconCircleList"/>
    <dgm:cxn modelId="{C30128CA-5305-40E9-9C05-EE4D1F458B9F}" type="presParOf" srcId="{6BF14B79-0CCA-4DAC-85C0-FA955CFBBB85}" destId="{804F0236-25D2-4961-8F77-68A10AAE3B61}" srcOrd="2" destOrd="0" presId="urn:microsoft.com/office/officeart/2018/2/layout/IconCircleList"/>
    <dgm:cxn modelId="{C9227103-BDD0-463E-B8B1-F10C3E9B75B4}" type="presParOf" srcId="{6BF14B79-0CCA-4DAC-85C0-FA955CFBBB85}" destId="{2BA4A87A-B1D2-4632-8CDF-07604E9F019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0A2561-51CF-4172-9E12-324B1242DAF1}" type="doc">
      <dgm:prSet loTypeId="urn:microsoft.com/office/officeart/2005/8/layout/vList2" loCatId="list" qsTypeId="urn:microsoft.com/office/officeart/2005/8/quickstyle/simple2#2" qsCatId="simple" csTypeId="urn:microsoft.com/office/officeart/2005/8/colors/accent1_2#31" csCatId="accent1" phldr="1"/>
      <dgm:spPr/>
      <dgm:t>
        <a:bodyPr/>
        <a:lstStyle/>
        <a:p>
          <a:endParaRPr lang="en-US"/>
        </a:p>
      </dgm:t>
    </dgm:pt>
    <dgm:pt modelId="{2CF2706C-B089-4BDE-A095-1DDA8CE3927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High-Risk Zones:</a:t>
          </a:r>
          <a:endParaRPr lang="en-US"/>
        </a:p>
      </dgm:t>
    </dgm:pt>
    <dgm:pt modelId="{C0942D29-677F-40AC-ACF6-1D1BD982A445}" type="parTrans" cxnId="{BF444C76-7BAB-4EB8-89CA-7B00CF4ED3E5}">
      <dgm:prSet/>
      <dgm:spPr/>
      <dgm:t>
        <a:bodyPr/>
        <a:lstStyle/>
        <a:p>
          <a:endParaRPr lang="en-US"/>
        </a:p>
      </dgm:t>
    </dgm:pt>
    <dgm:pt modelId="{9C1EFF63-E5C5-42B6-A2E4-658586BDEFB1}" type="sibTrans" cxnId="{BF444C76-7BAB-4EB8-89CA-7B00CF4ED3E5}">
      <dgm:prSet/>
      <dgm:spPr/>
      <dgm:t>
        <a:bodyPr/>
        <a:lstStyle/>
        <a:p>
          <a:endParaRPr lang="en-US"/>
        </a:p>
      </dgm:t>
    </dgm:pt>
    <dgm:pt modelId="{DA97006A-538D-4EA4-B484-C2D1945E301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Red River (VN):</a:t>
          </a:r>
          <a:r>
            <a:rPr lang="en-IN"/>
            <a:t> 207 events (highest regional concentration). </a:t>
          </a:r>
          <a:endParaRPr lang="en-US"/>
        </a:p>
      </dgm:t>
    </dgm:pt>
    <dgm:pt modelId="{C6DCA923-5243-4B8A-ADB4-A3C26C15E498}" type="parTrans" cxnId="{D21E63DB-3725-4EF1-BB09-60B001AE703A}">
      <dgm:prSet/>
      <dgm:spPr/>
      <dgm:t>
        <a:bodyPr/>
        <a:lstStyle/>
        <a:p>
          <a:endParaRPr lang="en-US"/>
        </a:p>
      </dgm:t>
    </dgm:pt>
    <dgm:pt modelId="{BBCDAA41-2545-40F1-8465-D0A874DFCB03}" type="sibTrans" cxnId="{D21E63DB-3725-4EF1-BB09-60B001AE703A}">
      <dgm:prSet/>
      <dgm:spPr/>
      <dgm:t>
        <a:bodyPr/>
        <a:lstStyle/>
        <a:p>
          <a:endParaRPr lang="en-US"/>
        </a:p>
      </dgm:t>
    </dgm:pt>
    <dgm:pt modelId="{6CF430BE-AA15-4595-AA4B-B7A503FB993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Chao Phraya (TH):</a:t>
          </a:r>
          <a:r>
            <a:rPr lang="en-IN"/>
            <a:t> 188 events. </a:t>
          </a:r>
          <a:endParaRPr lang="en-US"/>
        </a:p>
      </dgm:t>
    </dgm:pt>
    <dgm:pt modelId="{8471B2E3-1A7F-4973-9454-D408ABB7A417}" type="parTrans" cxnId="{8E8FCEB8-0210-4A64-B4AE-7DE6614B1E78}">
      <dgm:prSet/>
      <dgm:spPr/>
      <dgm:t>
        <a:bodyPr/>
        <a:lstStyle/>
        <a:p>
          <a:endParaRPr lang="en-US"/>
        </a:p>
      </dgm:t>
    </dgm:pt>
    <dgm:pt modelId="{C1D389F0-932F-414B-81CD-7FC77D20B695}" type="sibTrans" cxnId="{8E8FCEB8-0210-4A64-B4AE-7DE6614B1E78}">
      <dgm:prSet/>
      <dgm:spPr/>
      <dgm:t>
        <a:bodyPr/>
        <a:lstStyle/>
        <a:p>
          <a:endParaRPr lang="en-US"/>
        </a:p>
      </dgm:t>
    </dgm:pt>
    <dgm:pt modelId="{47E135BD-7F22-49F8-84A8-55F35BC607A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Moderate to Stable Zones:</a:t>
          </a:r>
          <a:endParaRPr lang="en-US"/>
        </a:p>
      </dgm:t>
    </dgm:pt>
    <dgm:pt modelId="{FF3DBF13-9311-47DB-82DE-6E91DA586067}" type="parTrans" cxnId="{C48836B9-7022-4291-9A90-3246C337F18D}">
      <dgm:prSet/>
      <dgm:spPr/>
      <dgm:t>
        <a:bodyPr/>
        <a:lstStyle/>
        <a:p>
          <a:endParaRPr lang="en-US"/>
        </a:p>
      </dgm:t>
    </dgm:pt>
    <dgm:pt modelId="{63EFE8ED-4F32-4B57-B47B-7158D0294D03}" type="sibTrans" cxnId="{C48836B9-7022-4291-9A90-3246C337F18D}">
      <dgm:prSet/>
      <dgm:spPr/>
      <dgm:t>
        <a:bodyPr/>
        <a:lstStyle/>
        <a:p>
          <a:endParaRPr lang="en-US"/>
        </a:p>
      </dgm:t>
    </dgm:pt>
    <dgm:pt modelId="{BF569E64-F99A-42AA-992F-C76A8E6D7AD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Indus Plain (PK):</a:t>
          </a:r>
          <a:r>
            <a:rPr lang="en-IN"/>
            <a:t> 177 events. </a:t>
          </a:r>
          <a:endParaRPr lang="en-US"/>
        </a:p>
      </dgm:t>
    </dgm:pt>
    <dgm:pt modelId="{9AEE434F-9A61-433B-B652-F9905016CA12}" type="parTrans" cxnId="{48F3E937-8F82-4489-B45F-91EC2E05E3CD}">
      <dgm:prSet/>
      <dgm:spPr/>
      <dgm:t>
        <a:bodyPr/>
        <a:lstStyle/>
        <a:p>
          <a:endParaRPr lang="en-US"/>
        </a:p>
      </dgm:t>
    </dgm:pt>
    <dgm:pt modelId="{E75EDF22-59AD-460D-B82D-D22AB553809B}" type="sibTrans" cxnId="{48F3E937-8F82-4489-B45F-91EC2E05E3CD}">
      <dgm:prSet/>
      <dgm:spPr/>
      <dgm:t>
        <a:bodyPr/>
        <a:lstStyle/>
        <a:p>
          <a:endParaRPr lang="en-US"/>
        </a:p>
      </dgm:t>
    </dgm:pt>
    <dgm:pt modelId="{6E56E66F-AE23-41E4-A21F-9D7852ECD01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Mekong Delta (VN):</a:t>
          </a:r>
          <a:r>
            <a:rPr lang="en-IN"/>
            <a:t> 175 events. </a:t>
          </a:r>
          <a:endParaRPr lang="en-US"/>
        </a:p>
      </dgm:t>
    </dgm:pt>
    <dgm:pt modelId="{37798AA7-CA07-4DD3-BCC2-CEDBEA1FFBD6}" type="parTrans" cxnId="{7C05793B-0970-4B12-A762-68940EF2634C}">
      <dgm:prSet/>
      <dgm:spPr/>
      <dgm:t>
        <a:bodyPr/>
        <a:lstStyle/>
        <a:p>
          <a:endParaRPr lang="en-US"/>
        </a:p>
      </dgm:t>
    </dgm:pt>
    <dgm:pt modelId="{D289092B-04D4-4C32-8D59-3349D2ED21DE}" type="sibTrans" cxnId="{7C05793B-0970-4B12-A762-68940EF2634C}">
      <dgm:prSet/>
      <dgm:spPr/>
      <dgm:t>
        <a:bodyPr/>
        <a:lstStyle/>
        <a:p>
          <a:endParaRPr lang="en-US"/>
        </a:p>
      </dgm:t>
    </dgm:pt>
    <dgm:pt modelId="{E21A681F-249D-4CB9-AF3A-A1F3EC5FF19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Ganges-Brahmaputra (BD):</a:t>
          </a:r>
          <a:r>
            <a:rPr lang="en-IN"/>
            <a:t> 172 events. </a:t>
          </a:r>
          <a:endParaRPr lang="en-US"/>
        </a:p>
      </dgm:t>
    </dgm:pt>
    <dgm:pt modelId="{32473CBF-4AB5-4323-BC78-74CD737566E0}" type="parTrans" cxnId="{E645FC3A-5F00-4449-BCD5-BB6E23D51B0A}">
      <dgm:prSet/>
      <dgm:spPr/>
      <dgm:t>
        <a:bodyPr/>
        <a:lstStyle/>
        <a:p>
          <a:endParaRPr lang="en-US"/>
        </a:p>
      </dgm:t>
    </dgm:pt>
    <dgm:pt modelId="{91E37B28-25E9-4B33-ABCF-558737C50802}" type="sibTrans" cxnId="{E645FC3A-5F00-4449-BCD5-BB6E23D51B0A}">
      <dgm:prSet/>
      <dgm:spPr/>
      <dgm:t>
        <a:bodyPr/>
        <a:lstStyle/>
        <a:p>
          <a:endParaRPr lang="en-US"/>
        </a:p>
      </dgm:t>
    </dgm:pt>
    <dgm:pt modelId="{C568CE9A-3FBA-4CD0-9647-C68EF0699BD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Ayeyarwady (MM):</a:t>
          </a:r>
          <a:r>
            <a:rPr lang="en-IN"/>
            <a:t> 170 events. </a:t>
          </a:r>
          <a:endParaRPr lang="en-US"/>
        </a:p>
      </dgm:t>
    </dgm:pt>
    <dgm:pt modelId="{1F92B97D-EF49-4339-BE5A-5F16729759B7}" type="parTrans" cxnId="{EC3519B5-9E58-4508-BEC1-2031E2CA9FBD}">
      <dgm:prSet/>
      <dgm:spPr/>
      <dgm:t>
        <a:bodyPr/>
        <a:lstStyle/>
        <a:p>
          <a:endParaRPr lang="en-US"/>
        </a:p>
      </dgm:t>
    </dgm:pt>
    <dgm:pt modelId="{FC891C50-6DA5-4719-8A84-E84A1A12D90B}" type="sibTrans" cxnId="{EC3519B5-9E58-4508-BEC1-2031E2CA9FBD}">
      <dgm:prSet/>
      <dgm:spPr/>
      <dgm:t>
        <a:bodyPr/>
        <a:lstStyle/>
        <a:p>
          <a:endParaRPr lang="en-US"/>
        </a:p>
      </dgm:t>
    </dgm:pt>
    <dgm:pt modelId="{6BAA97F0-4FEC-48A6-9B28-CD959C9D20E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Visual:</a:t>
          </a:r>
          <a:r>
            <a:rPr lang="en-IN"/>
            <a:t> Bar chart showing descending event volume by basin (Total Recorded Flood Events by Basin). </a:t>
          </a:r>
          <a:endParaRPr lang="en-US"/>
        </a:p>
      </dgm:t>
    </dgm:pt>
    <dgm:pt modelId="{9819F564-8BFC-422D-A04C-3D31161E97E2}" type="parTrans" cxnId="{404AFDCF-66CB-4254-B566-A0E0B76CEE91}">
      <dgm:prSet/>
      <dgm:spPr/>
      <dgm:t>
        <a:bodyPr/>
        <a:lstStyle/>
        <a:p>
          <a:endParaRPr lang="en-US"/>
        </a:p>
      </dgm:t>
    </dgm:pt>
    <dgm:pt modelId="{0316E58D-B2B4-4ED7-AC46-35C7ECFF2BB5}" type="sibTrans" cxnId="{404AFDCF-66CB-4254-B566-A0E0B76CEE91}">
      <dgm:prSet/>
      <dgm:spPr/>
      <dgm:t>
        <a:bodyPr/>
        <a:lstStyle/>
        <a:p>
          <a:endParaRPr lang="en-US"/>
        </a:p>
      </dgm:t>
    </dgm:pt>
    <dgm:pt modelId="{EBC9B2D5-24A9-4A8C-8345-FD2F25F0587B}" type="pres">
      <dgm:prSet presAssocID="{850A2561-51CF-4172-9E12-324B1242DAF1}" presName="linear" presStyleCnt="0">
        <dgm:presLayoutVars>
          <dgm:animLvl val="lvl"/>
          <dgm:resizeHandles val="exact"/>
        </dgm:presLayoutVars>
      </dgm:prSet>
      <dgm:spPr/>
    </dgm:pt>
    <dgm:pt modelId="{1B561DC5-29FA-41C4-A296-A6CB0F0676E7}" type="pres">
      <dgm:prSet presAssocID="{2CF2706C-B089-4BDE-A095-1DDA8CE3927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04009DF-1598-4E35-9726-48195702A639}" type="pres">
      <dgm:prSet presAssocID="{2CF2706C-B089-4BDE-A095-1DDA8CE3927E}" presName="childText" presStyleLbl="revTx" presStyleIdx="0" presStyleCnt="2">
        <dgm:presLayoutVars>
          <dgm:bulletEnabled val="1"/>
        </dgm:presLayoutVars>
      </dgm:prSet>
      <dgm:spPr/>
    </dgm:pt>
    <dgm:pt modelId="{D8E129C4-56DB-41DC-BCD5-37EED54210E0}" type="pres">
      <dgm:prSet presAssocID="{47E135BD-7F22-49F8-84A8-55F35BC607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4ED247-F1DF-4ED2-BFC3-982EFE57F456}" type="pres">
      <dgm:prSet presAssocID="{47E135BD-7F22-49F8-84A8-55F35BC607AE}" presName="childText" presStyleLbl="revTx" presStyleIdx="1" presStyleCnt="2">
        <dgm:presLayoutVars>
          <dgm:bulletEnabled val="1"/>
        </dgm:presLayoutVars>
      </dgm:prSet>
      <dgm:spPr/>
    </dgm:pt>
    <dgm:pt modelId="{FBFE4242-88CA-427B-BCAA-1A652E4FAB4C}" type="pres">
      <dgm:prSet presAssocID="{6BAA97F0-4FEC-48A6-9B28-CD959C9D20E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381607-92DE-4390-B5CB-62B85F120782}" type="presOf" srcId="{850A2561-51CF-4172-9E12-324B1242DAF1}" destId="{EBC9B2D5-24A9-4A8C-8345-FD2F25F0587B}" srcOrd="0" destOrd="0" presId="urn:microsoft.com/office/officeart/2005/8/layout/vList2"/>
    <dgm:cxn modelId="{48F3E937-8F82-4489-B45F-91EC2E05E3CD}" srcId="{47E135BD-7F22-49F8-84A8-55F35BC607AE}" destId="{BF569E64-F99A-42AA-992F-C76A8E6D7ADE}" srcOrd="0" destOrd="0" parTransId="{9AEE434F-9A61-433B-B652-F9905016CA12}" sibTransId="{E75EDF22-59AD-460D-B82D-D22AB553809B}"/>
    <dgm:cxn modelId="{13CB3639-EB41-4E11-A5CE-744A7E3A5A32}" type="presOf" srcId="{47E135BD-7F22-49F8-84A8-55F35BC607AE}" destId="{D8E129C4-56DB-41DC-BCD5-37EED54210E0}" srcOrd="0" destOrd="0" presId="urn:microsoft.com/office/officeart/2005/8/layout/vList2"/>
    <dgm:cxn modelId="{2A9AD63A-B969-4490-ABB1-A5A9B32C133D}" type="presOf" srcId="{2CF2706C-B089-4BDE-A095-1DDA8CE3927E}" destId="{1B561DC5-29FA-41C4-A296-A6CB0F0676E7}" srcOrd="0" destOrd="0" presId="urn:microsoft.com/office/officeart/2005/8/layout/vList2"/>
    <dgm:cxn modelId="{E645FC3A-5F00-4449-BCD5-BB6E23D51B0A}" srcId="{47E135BD-7F22-49F8-84A8-55F35BC607AE}" destId="{E21A681F-249D-4CB9-AF3A-A1F3EC5FF19A}" srcOrd="2" destOrd="0" parTransId="{32473CBF-4AB5-4323-BC78-74CD737566E0}" sibTransId="{91E37B28-25E9-4B33-ABCF-558737C50802}"/>
    <dgm:cxn modelId="{7C05793B-0970-4B12-A762-68940EF2634C}" srcId="{47E135BD-7F22-49F8-84A8-55F35BC607AE}" destId="{6E56E66F-AE23-41E4-A21F-9D7852ECD01A}" srcOrd="1" destOrd="0" parTransId="{37798AA7-CA07-4DD3-BCC2-CEDBEA1FFBD6}" sibTransId="{D289092B-04D4-4C32-8D59-3349D2ED21DE}"/>
    <dgm:cxn modelId="{1387A33C-E215-49E3-A01D-ACF64E24BAE7}" type="presOf" srcId="{6BAA97F0-4FEC-48A6-9B28-CD959C9D20E5}" destId="{FBFE4242-88CA-427B-BCAA-1A652E4FAB4C}" srcOrd="0" destOrd="0" presId="urn:microsoft.com/office/officeart/2005/8/layout/vList2"/>
    <dgm:cxn modelId="{BF444C76-7BAB-4EB8-89CA-7B00CF4ED3E5}" srcId="{850A2561-51CF-4172-9E12-324B1242DAF1}" destId="{2CF2706C-B089-4BDE-A095-1DDA8CE3927E}" srcOrd="0" destOrd="0" parTransId="{C0942D29-677F-40AC-ACF6-1D1BD982A445}" sibTransId="{9C1EFF63-E5C5-42B6-A2E4-658586BDEFB1}"/>
    <dgm:cxn modelId="{09764C79-86B2-487B-8F09-10F790FC11BD}" type="presOf" srcId="{6CF430BE-AA15-4595-AA4B-B7A503FB993F}" destId="{904009DF-1598-4E35-9726-48195702A639}" srcOrd="0" destOrd="1" presId="urn:microsoft.com/office/officeart/2005/8/layout/vList2"/>
    <dgm:cxn modelId="{D2B5C99C-4201-4EB0-88AD-D75FD0EC34D1}" type="presOf" srcId="{6E56E66F-AE23-41E4-A21F-9D7852ECD01A}" destId="{B24ED247-F1DF-4ED2-BFC3-982EFE57F456}" srcOrd="0" destOrd="1" presId="urn:microsoft.com/office/officeart/2005/8/layout/vList2"/>
    <dgm:cxn modelId="{A28B61A3-DC18-49FC-AD64-DDA3E42F1116}" type="presOf" srcId="{C568CE9A-3FBA-4CD0-9647-C68EF0699BDC}" destId="{B24ED247-F1DF-4ED2-BFC3-982EFE57F456}" srcOrd="0" destOrd="3" presId="urn:microsoft.com/office/officeart/2005/8/layout/vList2"/>
    <dgm:cxn modelId="{EAA87DA9-93B4-470C-A973-F61668927F98}" type="presOf" srcId="{E21A681F-249D-4CB9-AF3A-A1F3EC5FF19A}" destId="{B24ED247-F1DF-4ED2-BFC3-982EFE57F456}" srcOrd="0" destOrd="2" presId="urn:microsoft.com/office/officeart/2005/8/layout/vList2"/>
    <dgm:cxn modelId="{EC3519B5-9E58-4508-BEC1-2031E2CA9FBD}" srcId="{47E135BD-7F22-49F8-84A8-55F35BC607AE}" destId="{C568CE9A-3FBA-4CD0-9647-C68EF0699BDC}" srcOrd="3" destOrd="0" parTransId="{1F92B97D-EF49-4339-BE5A-5F16729759B7}" sibTransId="{FC891C50-6DA5-4719-8A84-E84A1A12D90B}"/>
    <dgm:cxn modelId="{8E8FCEB8-0210-4A64-B4AE-7DE6614B1E78}" srcId="{2CF2706C-B089-4BDE-A095-1DDA8CE3927E}" destId="{6CF430BE-AA15-4595-AA4B-B7A503FB993F}" srcOrd="1" destOrd="0" parTransId="{8471B2E3-1A7F-4973-9454-D408ABB7A417}" sibTransId="{C1D389F0-932F-414B-81CD-7FC77D20B695}"/>
    <dgm:cxn modelId="{C48836B9-7022-4291-9A90-3246C337F18D}" srcId="{850A2561-51CF-4172-9E12-324B1242DAF1}" destId="{47E135BD-7F22-49F8-84A8-55F35BC607AE}" srcOrd="1" destOrd="0" parTransId="{FF3DBF13-9311-47DB-82DE-6E91DA586067}" sibTransId="{63EFE8ED-4F32-4B57-B47B-7158D0294D03}"/>
    <dgm:cxn modelId="{404AFDCF-66CB-4254-B566-A0E0B76CEE91}" srcId="{850A2561-51CF-4172-9E12-324B1242DAF1}" destId="{6BAA97F0-4FEC-48A6-9B28-CD959C9D20E5}" srcOrd="2" destOrd="0" parTransId="{9819F564-8BFC-422D-A04C-3D31161E97E2}" sibTransId="{0316E58D-B2B4-4ED7-AC46-35C7ECFF2BB5}"/>
    <dgm:cxn modelId="{D21E63DB-3725-4EF1-BB09-60B001AE703A}" srcId="{2CF2706C-B089-4BDE-A095-1DDA8CE3927E}" destId="{DA97006A-538D-4EA4-B484-C2D1945E3012}" srcOrd="0" destOrd="0" parTransId="{C6DCA923-5243-4B8A-ADB4-A3C26C15E498}" sibTransId="{BBCDAA41-2545-40F1-8465-D0A874DFCB03}"/>
    <dgm:cxn modelId="{14F041FD-EE95-42EB-AFB2-40CCDD6CE587}" type="presOf" srcId="{DA97006A-538D-4EA4-B484-C2D1945E3012}" destId="{904009DF-1598-4E35-9726-48195702A639}" srcOrd="0" destOrd="0" presId="urn:microsoft.com/office/officeart/2005/8/layout/vList2"/>
    <dgm:cxn modelId="{2074FAFD-D6AB-4866-9FC8-6BCD9DFE3C41}" type="presOf" srcId="{BF569E64-F99A-42AA-992F-C76A8E6D7ADE}" destId="{B24ED247-F1DF-4ED2-BFC3-982EFE57F456}" srcOrd="0" destOrd="0" presId="urn:microsoft.com/office/officeart/2005/8/layout/vList2"/>
    <dgm:cxn modelId="{8C2B8080-B20C-4737-931F-2A705C205555}" type="presParOf" srcId="{EBC9B2D5-24A9-4A8C-8345-FD2F25F0587B}" destId="{1B561DC5-29FA-41C4-A296-A6CB0F0676E7}" srcOrd="0" destOrd="0" presId="urn:microsoft.com/office/officeart/2005/8/layout/vList2"/>
    <dgm:cxn modelId="{CCFB7F59-4F17-491E-AD58-2D8ED2D94631}" type="presParOf" srcId="{EBC9B2D5-24A9-4A8C-8345-FD2F25F0587B}" destId="{904009DF-1598-4E35-9726-48195702A639}" srcOrd="1" destOrd="0" presId="urn:microsoft.com/office/officeart/2005/8/layout/vList2"/>
    <dgm:cxn modelId="{C4D7B4B9-3D7C-423F-86D5-DD5AB900C729}" type="presParOf" srcId="{EBC9B2D5-24A9-4A8C-8345-FD2F25F0587B}" destId="{D8E129C4-56DB-41DC-BCD5-37EED54210E0}" srcOrd="2" destOrd="0" presId="urn:microsoft.com/office/officeart/2005/8/layout/vList2"/>
    <dgm:cxn modelId="{3939CC24-EE2E-4688-8E5E-347A7F3CF542}" type="presParOf" srcId="{EBC9B2D5-24A9-4A8C-8345-FD2F25F0587B}" destId="{B24ED247-F1DF-4ED2-BFC3-982EFE57F456}" srcOrd="3" destOrd="0" presId="urn:microsoft.com/office/officeart/2005/8/layout/vList2"/>
    <dgm:cxn modelId="{1ED5D750-2BE8-429B-AACC-17D45857975B}" type="presParOf" srcId="{EBC9B2D5-24A9-4A8C-8345-FD2F25F0587B}" destId="{FBFE4242-88CA-427B-BCAA-1A652E4FAB4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419F79-8067-442B-927E-428AB104CF23}" type="doc">
      <dgm:prSet loTypeId="urn:microsoft.com/office/officeart/2005/8/layout/vList2" loCatId="list" qsTypeId="urn:microsoft.com/office/officeart/2005/8/quickstyle/simple2#13" qsCatId="simple" csTypeId="urn:microsoft.com/office/officeart/2005/8/colors/accent5_2#3" csCatId="accent5" phldr="1"/>
      <dgm:spPr/>
      <dgm:t>
        <a:bodyPr/>
        <a:lstStyle/>
        <a:p>
          <a:endParaRPr lang="en-US"/>
        </a:p>
      </dgm:t>
    </dgm:pt>
    <dgm:pt modelId="{362789BE-7032-4FB7-84FA-BB45AA211E9C}">
      <dgm:prSet/>
      <dgm:spPr/>
      <dgm:t>
        <a:bodyPr/>
        <a:lstStyle/>
        <a:p>
          <a:r>
            <a:rPr lang="en-IN" b="1"/>
            <a:t>Urban Concrete Footprint:</a:t>
          </a:r>
          <a:r>
            <a:rPr lang="en-IN"/>
            <a:t> Urban impervious coverage consistently exceeds deforestation rates across all basins, peaking at 85K in Red River and 84K in Chao Phraya. </a:t>
          </a:r>
          <a:endParaRPr lang="en-US"/>
        </a:p>
      </dgm:t>
    </dgm:pt>
    <dgm:pt modelId="{6360E57D-E53B-40A8-B296-85B38B31906D}" type="parTrans" cxnId="{92D774F1-A309-43F1-A6AB-97C3E02ED628}">
      <dgm:prSet/>
      <dgm:spPr/>
      <dgm:t>
        <a:bodyPr/>
        <a:lstStyle/>
        <a:p>
          <a:endParaRPr lang="en-US"/>
        </a:p>
      </dgm:t>
    </dgm:pt>
    <dgm:pt modelId="{6357CD37-0C06-4FA4-860C-B8654693FB7D}" type="sibTrans" cxnId="{92D774F1-A309-43F1-A6AB-97C3E02ED628}">
      <dgm:prSet/>
      <dgm:spPr/>
      <dgm:t>
        <a:bodyPr/>
        <a:lstStyle/>
        <a:p>
          <a:endParaRPr lang="en-US"/>
        </a:p>
      </dgm:t>
    </dgm:pt>
    <dgm:pt modelId="{590268E9-BF9D-495D-B201-3BC861402B38}">
      <dgm:prSet/>
      <dgm:spPr/>
      <dgm:t>
        <a:bodyPr/>
        <a:lstStyle/>
        <a:p>
          <a:r>
            <a:rPr lang="en-IN" b="1"/>
            <a:t>Runoff Saturation:</a:t>
          </a:r>
          <a:r>
            <a:rPr lang="en-IN"/>
            <a:t> Paved city land prevents ground absorption, accelerating storm runoff into major river channels. </a:t>
          </a:r>
          <a:endParaRPr lang="en-US"/>
        </a:p>
      </dgm:t>
    </dgm:pt>
    <dgm:pt modelId="{C064BDE1-0618-4A29-A4E8-2A98FDDAD94C}" type="parTrans" cxnId="{89F741F8-8A77-4919-BCBE-972B0206ED85}">
      <dgm:prSet/>
      <dgm:spPr/>
      <dgm:t>
        <a:bodyPr/>
        <a:lstStyle/>
        <a:p>
          <a:endParaRPr lang="en-US"/>
        </a:p>
      </dgm:t>
    </dgm:pt>
    <dgm:pt modelId="{B7FCC9E3-48C1-45F3-9BC4-A9A982F9B76C}" type="sibTrans" cxnId="{89F741F8-8A77-4919-BCBE-972B0206ED85}">
      <dgm:prSet/>
      <dgm:spPr/>
      <dgm:t>
        <a:bodyPr/>
        <a:lstStyle/>
        <a:p>
          <a:endParaRPr lang="en-US"/>
        </a:p>
      </dgm:t>
    </dgm:pt>
    <dgm:pt modelId="{EDDFC97D-0348-4910-AF9D-C6E100A8739B}">
      <dgm:prSet/>
      <dgm:spPr/>
      <dgm:t>
        <a:bodyPr/>
        <a:lstStyle/>
        <a:p>
          <a:r>
            <a:rPr lang="en-IN" b="1"/>
            <a:t>Upstream Forest Impact:</a:t>
          </a:r>
          <a:r>
            <a:rPr lang="en-IN"/>
            <a:t> The 2.29 Deforestation Impact Ratio indicates degraded tree cover eliminates natural water retention upstream. </a:t>
          </a:r>
          <a:endParaRPr lang="en-US"/>
        </a:p>
      </dgm:t>
    </dgm:pt>
    <dgm:pt modelId="{87EBF4B0-666F-4EAD-AE15-B8434485DA95}" type="parTrans" cxnId="{6758A488-C6AA-4083-BEE5-2EBD754ED18A}">
      <dgm:prSet/>
      <dgm:spPr/>
      <dgm:t>
        <a:bodyPr/>
        <a:lstStyle/>
        <a:p>
          <a:endParaRPr lang="en-US"/>
        </a:p>
      </dgm:t>
    </dgm:pt>
    <dgm:pt modelId="{4E0DE192-B5C2-40E1-BE86-B6EF8FF45E0C}" type="sibTrans" cxnId="{6758A488-C6AA-4083-BEE5-2EBD754ED18A}">
      <dgm:prSet/>
      <dgm:spPr/>
      <dgm:t>
        <a:bodyPr/>
        <a:lstStyle/>
        <a:p>
          <a:endParaRPr lang="en-US"/>
        </a:p>
      </dgm:t>
    </dgm:pt>
    <dgm:pt modelId="{FDF576D9-B0C5-420B-976A-1B658F37B2C2}">
      <dgm:prSet/>
      <dgm:spPr/>
      <dgm:t>
        <a:bodyPr/>
        <a:lstStyle/>
        <a:p>
          <a:r>
            <a:rPr lang="en-IN" b="1"/>
            <a:t>Visual:</a:t>
          </a:r>
          <a:r>
            <a:rPr lang="en-IN"/>
            <a:t> Clustered column visual (Deforestation Rate vs Urban Impervious Area). </a:t>
          </a:r>
          <a:endParaRPr lang="en-US"/>
        </a:p>
      </dgm:t>
    </dgm:pt>
    <dgm:pt modelId="{A41E9F3E-5343-4305-A998-6ED40FA18A07}" type="parTrans" cxnId="{3D9F4D94-3176-4D92-BA8B-9E0D1C716C1B}">
      <dgm:prSet/>
      <dgm:spPr/>
      <dgm:t>
        <a:bodyPr/>
        <a:lstStyle/>
        <a:p>
          <a:endParaRPr lang="en-US"/>
        </a:p>
      </dgm:t>
    </dgm:pt>
    <dgm:pt modelId="{77E3FCBF-CA92-4ECD-9FA6-CAB3847A5C1D}" type="sibTrans" cxnId="{3D9F4D94-3176-4D92-BA8B-9E0D1C716C1B}">
      <dgm:prSet/>
      <dgm:spPr/>
      <dgm:t>
        <a:bodyPr/>
        <a:lstStyle/>
        <a:p>
          <a:endParaRPr lang="en-US"/>
        </a:p>
      </dgm:t>
    </dgm:pt>
    <dgm:pt modelId="{958A15B6-FA4C-4208-89A9-D2BA66B4DD00}" type="pres">
      <dgm:prSet presAssocID="{FE419F79-8067-442B-927E-428AB104CF23}" presName="linear" presStyleCnt="0">
        <dgm:presLayoutVars>
          <dgm:animLvl val="lvl"/>
          <dgm:resizeHandles val="exact"/>
        </dgm:presLayoutVars>
      </dgm:prSet>
      <dgm:spPr/>
    </dgm:pt>
    <dgm:pt modelId="{08C3A5AB-C6E0-44E6-9EC4-930BE64E4C49}" type="pres">
      <dgm:prSet presAssocID="{362789BE-7032-4FB7-84FA-BB45AA211E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D664178-474A-46CF-AC85-C50E3F74EA4D}" type="pres">
      <dgm:prSet presAssocID="{6357CD37-0C06-4FA4-860C-B8654693FB7D}" presName="spacer" presStyleCnt="0"/>
      <dgm:spPr/>
    </dgm:pt>
    <dgm:pt modelId="{92E9F3B5-A33D-4B36-B1F2-32195D6B00C1}" type="pres">
      <dgm:prSet presAssocID="{590268E9-BF9D-495D-B201-3BC861402B3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D7254C1-F581-4154-86FF-3B8BF3894331}" type="pres">
      <dgm:prSet presAssocID="{B7FCC9E3-48C1-45F3-9BC4-A9A982F9B76C}" presName="spacer" presStyleCnt="0"/>
      <dgm:spPr/>
    </dgm:pt>
    <dgm:pt modelId="{C2EEFA3E-9C93-4E8E-93EB-3BD94F907705}" type="pres">
      <dgm:prSet presAssocID="{EDDFC97D-0348-4910-AF9D-C6E100A8739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3A2F64-DD15-43C0-A484-6B19519D9659}" type="pres">
      <dgm:prSet presAssocID="{4E0DE192-B5C2-40E1-BE86-B6EF8FF45E0C}" presName="spacer" presStyleCnt="0"/>
      <dgm:spPr/>
    </dgm:pt>
    <dgm:pt modelId="{B6FCB017-5DE3-4658-8880-F17254D24DD8}" type="pres">
      <dgm:prSet presAssocID="{FDF576D9-B0C5-420B-976A-1B658F37B2C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4909C31-934B-4753-A77B-5D74FA527F7F}" type="presOf" srcId="{590268E9-BF9D-495D-B201-3BC861402B38}" destId="{92E9F3B5-A33D-4B36-B1F2-32195D6B00C1}" srcOrd="0" destOrd="0" presId="urn:microsoft.com/office/officeart/2005/8/layout/vList2"/>
    <dgm:cxn modelId="{8659CE6C-36C9-4C3D-80EE-33A5E23B848F}" type="presOf" srcId="{EDDFC97D-0348-4910-AF9D-C6E100A8739B}" destId="{C2EEFA3E-9C93-4E8E-93EB-3BD94F907705}" srcOrd="0" destOrd="0" presId="urn:microsoft.com/office/officeart/2005/8/layout/vList2"/>
    <dgm:cxn modelId="{6758A488-C6AA-4083-BEE5-2EBD754ED18A}" srcId="{FE419F79-8067-442B-927E-428AB104CF23}" destId="{EDDFC97D-0348-4910-AF9D-C6E100A8739B}" srcOrd="2" destOrd="0" parTransId="{87EBF4B0-666F-4EAD-AE15-B8434485DA95}" sibTransId="{4E0DE192-B5C2-40E1-BE86-B6EF8FF45E0C}"/>
    <dgm:cxn modelId="{3D9F4D94-3176-4D92-BA8B-9E0D1C716C1B}" srcId="{FE419F79-8067-442B-927E-428AB104CF23}" destId="{FDF576D9-B0C5-420B-976A-1B658F37B2C2}" srcOrd="3" destOrd="0" parTransId="{A41E9F3E-5343-4305-A998-6ED40FA18A07}" sibTransId="{77E3FCBF-CA92-4ECD-9FA6-CAB3847A5C1D}"/>
    <dgm:cxn modelId="{8525E096-FB5C-41D9-B1CA-29EE09E16D2C}" type="presOf" srcId="{362789BE-7032-4FB7-84FA-BB45AA211E9C}" destId="{08C3A5AB-C6E0-44E6-9EC4-930BE64E4C49}" srcOrd="0" destOrd="0" presId="urn:microsoft.com/office/officeart/2005/8/layout/vList2"/>
    <dgm:cxn modelId="{8E4EC2BD-297E-4D72-9FFB-10F2610B5BD2}" type="presOf" srcId="{FE419F79-8067-442B-927E-428AB104CF23}" destId="{958A15B6-FA4C-4208-89A9-D2BA66B4DD00}" srcOrd="0" destOrd="0" presId="urn:microsoft.com/office/officeart/2005/8/layout/vList2"/>
    <dgm:cxn modelId="{F3B4F7E6-12B3-4430-AC91-254C40F7FCA6}" type="presOf" srcId="{FDF576D9-B0C5-420B-976A-1B658F37B2C2}" destId="{B6FCB017-5DE3-4658-8880-F17254D24DD8}" srcOrd="0" destOrd="0" presId="urn:microsoft.com/office/officeart/2005/8/layout/vList2"/>
    <dgm:cxn modelId="{92D774F1-A309-43F1-A6AB-97C3E02ED628}" srcId="{FE419F79-8067-442B-927E-428AB104CF23}" destId="{362789BE-7032-4FB7-84FA-BB45AA211E9C}" srcOrd="0" destOrd="0" parTransId="{6360E57D-E53B-40A8-B296-85B38B31906D}" sibTransId="{6357CD37-0C06-4FA4-860C-B8654693FB7D}"/>
    <dgm:cxn modelId="{89F741F8-8A77-4919-BCBE-972B0206ED85}" srcId="{FE419F79-8067-442B-927E-428AB104CF23}" destId="{590268E9-BF9D-495D-B201-3BC861402B38}" srcOrd="1" destOrd="0" parTransId="{C064BDE1-0618-4A29-A4E8-2A98FDDAD94C}" sibTransId="{B7FCC9E3-48C1-45F3-9BC4-A9A982F9B76C}"/>
    <dgm:cxn modelId="{6ED343F5-303A-49E9-9ADE-3B2EED986DA8}" type="presParOf" srcId="{958A15B6-FA4C-4208-89A9-D2BA66B4DD00}" destId="{08C3A5AB-C6E0-44E6-9EC4-930BE64E4C49}" srcOrd="0" destOrd="0" presId="urn:microsoft.com/office/officeart/2005/8/layout/vList2"/>
    <dgm:cxn modelId="{998EA706-B22C-475A-900B-22962D141C04}" type="presParOf" srcId="{958A15B6-FA4C-4208-89A9-D2BA66B4DD00}" destId="{FD664178-474A-46CF-AC85-C50E3F74EA4D}" srcOrd="1" destOrd="0" presId="urn:microsoft.com/office/officeart/2005/8/layout/vList2"/>
    <dgm:cxn modelId="{0BE85808-2A6B-4D33-8683-10DC2A164D94}" type="presParOf" srcId="{958A15B6-FA4C-4208-89A9-D2BA66B4DD00}" destId="{92E9F3B5-A33D-4B36-B1F2-32195D6B00C1}" srcOrd="2" destOrd="0" presId="urn:microsoft.com/office/officeart/2005/8/layout/vList2"/>
    <dgm:cxn modelId="{E2AB0FCB-22C1-4526-91D4-6298D198D4B6}" type="presParOf" srcId="{958A15B6-FA4C-4208-89A9-D2BA66B4DD00}" destId="{4D7254C1-F581-4154-86FF-3B8BF3894331}" srcOrd="3" destOrd="0" presId="urn:microsoft.com/office/officeart/2005/8/layout/vList2"/>
    <dgm:cxn modelId="{BFEA2597-1B87-482D-9309-7E508CBF5149}" type="presParOf" srcId="{958A15B6-FA4C-4208-89A9-D2BA66B4DD00}" destId="{C2EEFA3E-9C93-4E8E-93EB-3BD94F907705}" srcOrd="4" destOrd="0" presId="urn:microsoft.com/office/officeart/2005/8/layout/vList2"/>
    <dgm:cxn modelId="{C9A0FAB0-BBF1-4EFA-BE5A-4ADBC934042B}" type="presParOf" srcId="{958A15B6-FA4C-4208-89A9-D2BA66B4DD00}" destId="{A43A2F64-DD15-43C0-A484-6B19519D9659}" srcOrd="5" destOrd="0" presId="urn:microsoft.com/office/officeart/2005/8/layout/vList2"/>
    <dgm:cxn modelId="{D8BF8314-B610-4A38-8574-11CFD34348F3}" type="presParOf" srcId="{958A15B6-FA4C-4208-89A9-D2BA66B4DD00}" destId="{B6FCB017-5DE3-4658-8880-F17254D24D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CCA68D-55B9-48E8-879B-F26B4AE660A3}" type="doc">
      <dgm:prSet loTypeId="urn:microsoft.com/office/officeart/2005/8/layout/vList2" loCatId="list" qsTypeId="urn:microsoft.com/office/officeart/2005/8/quickstyle/simple1#160" qsCatId="simple" csTypeId="urn:microsoft.com/office/officeart/2005/8/colors/colorful2#22" csCatId="colorful"/>
      <dgm:spPr/>
      <dgm:t>
        <a:bodyPr/>
        <a:lstStyle/>
        <a:p>
          <a:endParaRPr lang="en-US"/>
        </a:p>
      </dgm:t>
    </dgm:pt>
    <dgm:pt modelId="{FE2F1A9C-5AC8-424F-9068-D3133C8F6C7B}">
      <dgm:prSet/>
      <dgm:spPr/>
      <dgm:t>
        <a:bodyPr/>
        <a:lstStyle/>
        <a:p>
          <a:r>
            <a:rPr lang="en-IN" b="1"/>
            <a:t>Future Improvements</a:t>
          </a:r>
          <a:endParaRPr lang="en-US"/>
        </a:p>
      </dgm:t>
    </dgm:pt>
    <dgm:pt modelId="{714E0C2C-F90D-40FB-9629-4739AC3D1794}" type="parTrans" cxnId="{A37596F3-97B7-4D46-8568-678990E17144}">
      <dgm:prSet/>
      <dgm:spPr/>
      <dgm:t>
        <a:bodyPr/>
        <a:lstStyle/>
        <a:p>
          <a:endParaRPr lang="en-US"/>
        </a:p>
      </dgm:t>
    </dgm:pt>
    <dgm:pt modelId="{4E973854-0DAF-4784-AAC2-6BA388BFA927}" type="sibTrans" cxnId="{A37596F3-97B7-4D46-8568-678990E17144}">
      <dgm:prSet/>
      <dgm:spPr/>
      <dgm:t>
        <a:bodyPr/>
        <a:lstStyle/>
        <a:p>
          <a:endParaRPr lang="en-US"/>
        </a:p>
      </dgm:t>
    </dgm:pt>
    <dgm:pt modelId="{9C0698B1-45A4-4343-821C-B052CAD5B804}">
      <dgm:prSet/>
      <dgm:spPr/>
      <dgm:t>
        <a:bodyPr/>
        <a:lstStyle/>
        <a:p>
          <a:r>
            <a:rPr lang="en-IN"/>
            <a:t>You can mention:</a:t>
          </a:r>
          <a:endParaRPr lang="en-US"/>
        </a:p>
      </dgm:t>
    </dgm:pt>
    <dgm:pt modelId="{4BE94A4A-610B-4192-9844-73DCEF32A803}" type="parTrans" cxnId="{AE071674-E831-485B-BB08-D0BC99B74800}">
      <dgm:prSet/>
      <dgm:spPr/>
      <dgm:t>
        <a:bodyPr/>
        <a:lstStyle/>
        <a:p>
          <a:endParaRPr lang="en-US"/>
        </a:p>
      </dgm:t>
    </dgm:pt>
    <dgm:pt modelId="{ED95984C-9070-4AE0-9CC8-9F037DF2F62E}" type="sibTrans" cxnId="{AE071674-E831-485B-BB08-D0BC99B74800}">
      <dgm:prSet/>
      <dgm:spPr/>
      <dgm:t>
        <a:bodyPr/>
        <a:lstStyle/>
        <a:p>
          <a:endParaRPr lang="en-US"/>
        </a:p>
      </dgm:t>
    </dgm:pt>
    <dgm:pt modelId="{A66D0748-91D2-4296-9628-298BAF874D17}">
      <dgm:prSet/>
      <dgm:spPr/>
      <dgm:t>
        <a:bodyPr/>
        <a:lstStyle/>
        <a:p>
          <a:r>
            <a:rPr lang="en-IN"/>
            <a:t>Add </a:t>
          </a:r>
          <a:r>
            <a:rPr lang="en-IN" b="1"/>
            <a:t>real-time weather data</a:t>
          </a:r>
          <a:r>
            <a:rPr lang="en-IN"/>
            <a:t> </a:t>
          </a:r>
          <a:endParaRPr lang="en-US"/>
        </a:p>
      </dgm:t>
    </dgm:pt>
    <dgm:pt modelId="{AD123AEF-1F0B-42DA-827A-E52401981684}" type="parTrans" cxnId="{B487F19A-F89D-4531-B11B-753821B201BD}">
      <dgm:prSet/>
      <dgm:spPr/>
      <dgm:t>
        <a:bodyPr/>
        <a:lstStyle/>
        <a:p>
          <a:endParaRPr lang="en-US"/>
        </a:p>
      </dgm:t>
    </dgm:pt>
    <dgm:pt modelId="{97BD8268-31A2-4B2F-B7D1-FD92C090A9F0}" type="sibTrans" cxnId="{B487F19A-F89D-4531-B11B-753821B201BD}">
      <dgm:prSet/>
      <dgm:spPr/>
      <dgm:t>
        <a:bodyPr/>
        <a:lstStyle/>
        <a:p>
          <a:endParaRPr lang="en-US"/>
        </a:p>
      </dgm:t>
    </dgm:pt>
    <dgm:pt modelId="{C67F9535-CE89-4C10-BED8-635160000621}">
      <dgm:prSet/>
      <dgm:spPr/>
      <dgm:t>
        <a:bodyPr/>
        <a:lstStyle/>
        <a:p>
          <a:r>
            <a:rPr lang="en-IN"/>
            <a:t>Add rainfall forecasting </a:t>
          </a:r>
          <a:endParaRPr lang="en-US"/>
        </a:p>
      </dgm:t>
    </dgm:pt>
    <dgm:pt modelId="{5AB7B8C8-2A3E-48AE-A66D-5BDB9F1B19B8}" type="parTrans" cxnId="{C4294F7D-4019-473D-9098-23F1AAFD42E5}">
      <dgm:prSet/>
      <dgm:spPr/>
      <dgm:t>
        <a:bodyPr/>
        <a:lstStyle/>
        <a:p>
          <a:endParaRPr lang="en-US"/>
        </a:p>
      </dgm:t>
    </dgm:pt>
    <dgm:pt modelId="{F805A08E-1F00-4B20-B28E-A8139A800ABC}" type="sibTrans" cxnId="{C4294F7D-4019-473D-9098-23F1AAFD42E5}">
      <dgm:prSet/>
      <dgm:spPr/>
      <dgm:t>
        <a:bodyPr/>
        <a:lstStyle/>
        <a:p>
          <a:endParaRPr lang="en-US"/>
        </a:p>
      </dgm:t>
    </dgm:pt>
    <dgm:pt modelId="{EFA8768F-0CC5-4F14-AA6E-D4BB2DD8BB8B}">
      <dgm:prSet/>
      <dgm:spPr/>
      <dgm:t>
        <a:bodyPr/>
        <a:lstStyle/>
        <a:p>
          <a:r>
            <a:rPr lang="en-IN"/>
            <a:t>Add geographic maps </a:t>
          </a:r>
          <a:endParaRPr lang="en-US"/>
        </a:p>
      </dgm:t>
    </dgm:pt>
    <dgm:pt modelId="{34CCCEB6-25CE-4AB2-9734-6C265C3C0935}" type="parTrans" cxnId="{7AE65F00-2AD8-433A-9B62-01202072DD30}">
      <dgm:prSet/>
      <dgm:spPr/>
      <dgm:t>
        <a:bodyPr/>
        <a:lstStyle/>
        <a:p>
          <a:endParaRPr lang="en-US"/>
        </a:p>
      </dgm:t>
    </dgm:pt>
    <dgm:pt modelId="{C44E6F27-423A-47F1-9F5A-D27EA064545A}" type="sibTrans" cxnId="{7AE65F00-2AD8-433A-9B62-01202072DD30}">
      <dgm:prSet/>
      <dgm:spPr/>
      <dgm:t>
        <a:bodyPr/>
        <a:lstStyle/>
        <a:p>
          <a:endParaRPr lang="en-US"/>
        </a:p>
      </dgm:t>
    </dgm:pt>
    <dgm:pt modelId="{C929FA39-9FFC-4864-8A49-97BC43DA1CD6}">
      <dgm:prSet/>
      <dgm:spPr/>
      <dgm:t>
        <a:bodyPr/>
        <a:lstStyle/>
        <a:p>
          <a:r>
            <a:rPr lang="en-IN"/>
            <a:t>Add historical year-wise comparison </a:t>
          </a:r>
          <a:endParaRPr lang="en-US"/>
        </a:p>
      </dgm:t>
    </dgm:pt>
    <dgm:pt modelId="{E11C49C5-8DF4-4F9D-8485-8BC22865EB15}" type="parTrans" cxnId="{F4AB46D6-622E-4F22-86F9-41215C7BE857}">
      <dgm:prSet/>
      <dgm:spPr/>
      <dgm:t>
        <a:bodyPr/>
        <a:lstStyle/>
        <a:p>
          <a:endParaRPr lang="en-US"/>
        </a:p>
      </dgm:t>
    </dgm:pt>
    <dgm:pt modelId="{0780E3C2-BDF3-445E-988C-F327ADB7E263}" type="sibTrans" cxnId="{F4AB46D6-622E-4F22-86F9-41215C7BE857}">
      <dgm:prSet/>
      <dgm:spPr/>
      <dgm:t>
        <a:bodyPr/>
        <a:lstStyle/>
        <a:p>
          <a:endParaRPr lang="en-US"/>
        </a:p>
      </dgm:t>
    </dgm:pt>
    <dgm:pt modelId="{9F1EDD2A-B829-426E-89AC-4D3B73833A49}">
      <dgm:prSet/>
      <dgm:spPr/>
      <dgm:t>
        <a:bodyPr/>
        <a:lstStyle/>
        <a:p>
          <a:r>
            <a:rPr lang="en-IN"/>
            <a:t>Add satellite-based land-use information </a:t>
          </a:r>
          <a:endParaRPr lang="en-US"/>
        </a:p>
      </dgm:t>
    </dgm:pt>
    <dgm:pt modelId="{C528779F-DE30-4FAE-824A-9D42279B214F}" type="parTrans" cxnId="{4F82CC43-261D-41E7-B408-C032FDF5D84B}">
      <dgm:prSet/>
      <dgm:spPr/>
      <dgm:t>
        <a:bodyPr/>
        <a:lstStyle/>
        <a:p>
          <a:endParaRPr lang="en-US"/>
        </a:p>
      </dgm:t>
    </dgm:pt>
    <dgm:pt modelId="{7313B925-E262-4520-B9FC-F62AF54E4D01}" type="sibTrans" cxnId="{4F82CC43-261D-41E7-B408-C032FDF5D84B}">
      <dgm:prSet/>
      <dgm:spPr/>
      <dgm:t>
        <a:bodyPr/>
        <a:lstStyle/>
        <a:p>
          <a:endParaRPr lang="en-US"/>
        </a:p>
      </dgm:t>
    </dgm:pt>
    <dgm:pt modelId="{B8FCB62A-23F6-4AF3-8C7E-3A1BD945A023}">
      <dgm:prSet/>
      <dgm:spPr/>
      <dgm:t>
        <a:bodyPr/>
        <a:lstStyle/>
        <a:p>
          <a:r>
            <a:rPr lang="en-IN"/>
            <a:t>Develop flood-risk prediction models </a:t>
          </a:r>
          <a:endParaRPr lang="en-US"/>
        </a:p>
      </dgm:t>
    </dgm:pt>
    <dgm:pt modelId="{67898B4B-AC47-490C-8CB6-3A62D2AD1D49}" type="parTrans" cxnId="{EBCF14F3-7318-4C33-8AFA-82ACB46D14F0}">
      <dgm:prSet/>
      <dgm:spPr/>
      <dgm:t>
        <a:bodyPr/>
        <a:lstStyle/>
        <a:p>
          <a:endParaRPr lang="en-US"/>
        </a:p>
      </dgm:t>
    </dgm:pt>
    <dgm:pt modelId="{184A3296-201E-448B-9CA4-E4C4558A589C}" type="sibTrans" cxnId="{EBCF14F3-7318-4C33-8AFA-82ACB46D14F0}">
      <dgm:prSet/>
      <dgm:spPr/>
      <dgm:t>
        <a:bodyPr/>
        <a:lstStyle/>
        <a:p>
          <a:endParaRPr lang="en-US"/>
        </a:p>
      </dgm:t>
    </dgm:pt>
    <dgm:pt modelId="{0AEE49F5-2311-4BF7-AEDB-74AD909255B8}">
      <dgm:prSet/>
      <dgm:spPr/>
      <dgm:t>
        <a:bodyPr/>
        <a:lstStyle/>
        <a:p>
          <a:r>
            <a:rPr lang="en-IN"/>
            <a:t>Add automated Power BI refresh</a:t>
          </a:r>
          <a:endParaRPr lang="en-US"/>
        </a:p>
      </dgm:t>
    </dgm:pt>
    <dgm:pt modelId="{89E4A83F-9026-423A-9C5A-5C9A7D1C479F}" type="parTrans" cxnId="{52903A4B-6240-4EF5-B6EE-0B71D05EEB63}">
      <dgm:prSet/>
      <dgm:spPr/>
      <dgm:t>
        <a:bodyPr/>
        <a:lstStyle/>
        <a:p>
          <a:endParaRPr lang="en-US"/>
        </a:p>
      </dgm:t>
    </dgm:pt>
    <dgm:pt modelId="{E0D1DD1B-AD99-4834-AE5E-73ED4C6065A1}" type="sibTrans" cxnId="{52903A4B-6240-4EF5-B6EE-0B71D05EEB63}">
      <dgm:prSet/>
      <dgm:spPr/>
      <dgm:t>
        <a:bodyPr/>
        <a:lstStyle/>
        <a:p>
          <a:endParaRPr lang="en-US"/>
        </a:p>
      </dgm:t>
    </dgm:pt>
    <dgm:pt modelId="{71B4D289-6728-484F-B2DA-B7BFA7C28B82}" type="pres">
      <dgm:prSet presAssocID="{84CCA68D-55B9-48E8-879B-F26B4AE660A3}" presName="linear" presStyleCnt="0">
        <dgm:presLayoutVars>
          <dgm:animLvl val="lvl"/>
          <dgm:resizeHandles val="exact"/>
        </dgm:presLayoutVars>
      </dgm:prSet>
      <dgm:spPr/>
    </dgm:pt>
    <dgm:pt modelId="{F67EE385-7340-4943-B949-D5076A72B398}" type="pres">
      <dgm:prSet presAssocID="{FE2F1A9C-5AC8-424F-9068-D3133C8F6C7B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83FE5901-4568-449F-9CA4-BA7705A7604C}" type="pres">
      <dgm:prSet presAssocID="{4E973854-0DAF-4784-AAC2-6BA388BFA927}" presName="spacer" presStyleCnt="0"/>
      <dgm:spPr/>
    </dgm:pt>
    <dgm:pt modelId="{5C8FE744-D87F-41E8-9694-2B4CF47AD0CE}" type="pres">
      <dgm:prSet presAssocID="{9C0698B1-45A4-4343-821C-B052CAD5B804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670FF8DC-65A4-43D8-9F9F-85592B437DB0}" type="pres">
      <dgm:prSet presAssocID="{ED95984C-9070-4AE0-9CC8-9F037DF2F62E}" presName="spacer" presStyleCnt="0"/>
      <dgm:spPr/>
    </dgm:pt>
    <dgm:pt modelId="{E865E4DF-E70A-4C8F-A3C1-D0A3F3320C32}" type="pres">
      <dgm:prSet presAssocID="{A66D0748-91D2-4296-9628-298BAF874D17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2B8D7D90-24FB-4C8E-94EB-5C53EEEE0D2C}" type="pres">
      <dgm:prSet presAssocID="{97BD8268-31A2-4B2F-B7D1-FD92C090A9F0}" presName="spacer" presStyleCnt="0"/>
      <dgm:spPr/>
    </dgm:pt>
    <dgm:pt modelId="{74374FC5-7569-4015-9B67-935EADE20C39}" type="pres">
      <dgm:prSet presAssocID="{C67F9535-CE89-4C10-BED8-635160000621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E6089880-7488-4BD7-B363-9EAD94E75C30}" type="pres">
      <dgm:prSet presAssocID="{F805A08E-1F00-4B20-B28E-A8139A800ABC}" presName="spacer" presStyleCnt="0"/>
      <dgm:spPr/>
    </dgm:pt>
    <dgm:pt modelId="{BF1C4FAB-1FE1-4B4D-B0F0-DFF972BD074F}" type="pres">
      <dgm:prSet presAssocID="{EFA8768F-0CC5-4F14-AA6E-D4BB2DD8BB8B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D19E74E3-5FF4-4BBA-AD0A-36613BE4DD54}" type="pres">
      <dgm:prSet presAssocID="{C44E6F27-423A-47F1-9F5A-D27EA064545A}" presName="spacer" presStyleCnt="0"/>
      <dgm:spPr/>
    </dgm:pt>
    <dgm:pt modelId="{0DFBE7BB-F553-4F7E-ACD7-3824262F74DB}" type="pres">
      <dgm:prSet presAssocID="{C929FA39-9FFC-4864-8A49-97BC43DA1CD6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4BD0E52-EB8A-4C68-8737-BA6EC1C880D7}" type="pres">
      <dgm:prSet presAssocID="{0780E3C2-BDF3-445E-988C-F327ADB7E263}" presName="spacer" presStyleCnt="0"/>
      <dgm:spPr/>
    </dgm:pt>
    <dgm:pt modelId="{83F785EB-53E0-40E6-9B8E-56919ADBFFCB}" type="pres">
      <dgm:prSet presAssocID="{9F1EDD2A-B829-426E-89AC-4D3B73833A49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33F0720-A33F-4934-B617-EC84EC0B89F2}" type="pres">
      <dgm:prSet presAssocID="{7313B925-E262-4520-B9FC-F62AF54E4D01}" presName="spacer" presStyleCnt="0"/>
      <dgm:spPr/>
    </dgm:pt>
    <dgm:pt modelId="{15497F16-529D-4E28-BE83-45BFFA3656EF}" type="pres">
      <dgm:prSet presAssocID="{B8FCB62A-23F6-4AF3-8C7E-3A1BD945A023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C4024C2F-ADD7-4E91-AF3F-6158EA7A8496}" type="pres">
      <dgm:prSet presAssocID="{184A3296-201E-448B-9CA4-E4C4558A589C}" presName="spacer" presStyleCnt="0"/>
      <dgm:spPr/>
    </dgm:pt>
    <dgm:pt modelId="{E6928E1C-B036-41D0-BEDE-38DF42184D19}" type="pres">
      <dgm:prSet presAssocID="{0AEE49F5-2311-4BF7-AEDB-74AD909255B8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7AE65F00-2AD8-433A-9B62-01202072DD30}" srcId="{84CCA68D-55B9-48E8-879B-F26B4AE660A3}" destId="{EFA8768F-0CC5-4F14-AA6E-D4BB2DD8BB8B}" srcOrd="4" destOrd="0" parTransId="{34CCCEB6-25CE-4AB2-9734-6C265C3C0935}" sibTransId="{C44E6F27-423A-47F1-9F5A-D27EA064545A}"/>
    <dgm:cxn modelId="{9B38EA14-22D7-4672-885C-9D4216608C4D}" type="presOf" srcId="{9F1EDD2A-B829-426E-89AC-4D3B73833A49}" destId="{83F785EB-53E0-40E6-9B8E-56919ADBFFCB}" srcOrd="0" destOrd="0" presId="urn:microsoft.com/office/officeart/2005/8/layout/vList2"/>
    <dgm:cxn modelId="{E7120D19-DAB3-4DD3-946F-31A92E5625A2}" type="presOf" srcId="{A66D0748-91D2-4296-9628-298BAF874D17}" destId="{E865E4DF-E70A-4C8F-A3C1-D0A3F3320C32}" srcOrd="0" destOrd="0" presId="urn:microsoft.com/office/officeart/2005/8/layout/vList2"/>
    <dgm:cxn modelId="{186C4728-350F-41D3-91FA-46A94B564A8B}" type="presOf" srcId="{84CCA68D-55B9-48E8-879B-F26B4AE660A3}" destId="{71B4D289-6728-484F-B2DA-B7BFA7C28B82}" srcOrd="0" destOrd="0" presId="urn:microsoft.com/office/officeart/2005/8/layout/vList2"/>
    <dgm:cxn modelId="{420B5636-B0D4-4908-805E-F843F4E6EAE8}" type="presOf" srcId="{9C0698B1-45A4-4343-821C-B052CAD5B804}" destId="{5C8FE744-D87F-41E8-9694-2B4CF47AD0CE}" srcOrd="0" destOrd="0" presId="urn:microsoft.com/office/officeart/2005/8/layout/vList2"/>
    <dgm:cxn modelId="{97BE9039-2574-4388-8956-EE9F77CF674D}" type="presOf" srcId="{FE2F1A9C-5AC8-424F-9068-D3133C8F6C7B}" destId="{F67EE385-7340-4943-B949-D5076A72B398}" srcOrd="0" destOrd="0" presId="urn:microsoft.com/office/officeart/2005/8/layout/vList2"/>
    <dgm:cxn modelId="{5E8C415C-8C0C-4F93-AB35-83C7621850CE}" type="presOf" srcId="{B8FCB62A-23F6-4AF3-8C7E-3A1BD945A023}" destId="{15497F16-529D-4E28-BE83-45BFFA3656EF}" srcOrd="0" destOrd="0" presId="urn:microsoft.com/office/officeart/2005/8/layout/vList2"/>
    <dgm:cxn modelId="{4F82CC43-261D-41E7-B408-C032FDF5D84B}" srcId="{84CCA68D-55B9-48E8-879B-F26B4AE660A3}" destId="{9F1EDD2A-B829-426E-89AC-4D3B73833A49}" srcOrd="6" destOrd="0" parTransId="{C528779F-DE30-4FAE-824A-9D42279B214F}" sibTransId="{7313B925-E262-4520-B9FC-F62AF54E4D01}"/>
    <dgm:cxn modelId="{52903A4B-6240-4EF5-B6EE-0B71D05EEB63}" srcId="{84CCA68D-55B9-48E8-879B-F26B4AE660A3}" destId="{0AEE49F5-2311-4BF7-AEDB-74AD909255B8}" srcOrd="8" destOrd="0" parTransId="{89E4A83F-9026-423A-9C5A-5C9A7D1C479F}" sibTransId="{E0D1DD1B-AD99-4834-AE5E-73ED4C6065A1}"/>
    <dgm:cxn modelId="{3F22EF4F-BF3D-4C16-8AE2-5BD381D71E4E}" type="presOf" srcId="{EFA8768F-0CC5-4F14-AA6E-D4BB2DD8BB8B}" destId="{BF1C4FAB-1FE1-4B4D-B0F0-DFF972BD074F}" srcOrd="0" destOrd="0" presId="urn:microsoft.com/office/officeart/2005/8/layout/vList2"/>
    <dgm:cxn modelId="{AE071674-E831-485B-BB08-D0BC99B74800}" srcId="{84CCA68D-55B9-48E8-879B-F26B4AE660A3}" destId="{9C0698B1-45A4-4343-821C-B052CAD5B804}" srcOrd="1" destOrd="0" parTransId="{4BE94A4A-610B-4192-9844-73DCEF32A803}" sibTransId="{ED95984C-9070-4AE0-9CC8-9F037DF2F62E}"/>
    <dgm:cxn modelId="{D5651C7B-B594-4524-88E5-F133BEAAC9BF}" type="presOf" srcId="{0AEE49F5-2311-4BF7-AEDB-74AD909255B8}" destId="{E6928E1C-B036-41D0-BEDE-38DF42184D19}" srcOrd="0" destOrd="0" presId="urn:microsoft.com/office/officeart/2005/8/layout/vList2"/>
    <dgm:cxn modelId="{C4294F7D-4019-473D-9098-23F1AAFD42E5}" srcId="{84CCA68D-55B9-48E8-879B-F26B4AE660A3}" destId="{C67F9535-CE89-4C10-BED8-635160000621}" srcOrd="3" destOrd="0" parTransId="{5AB7B8C8-2A3E-48AE-A66D-5BDB9F1B19B8}" sibTransId="{F805A08E-1F00-4B20-B28E-A8139A800ABC}"/>
    <dgm:cxn modelId="{B487F19A-F89D-4531-B11B-753821B201BD}" srcId="{84CCA68D-55B9-48E8-879B-F26B4AE660A3}" destId="{A66D0748-91D2-4296-9628-298BAF874D17}" srcOrd="2" destOrd="0" parTransId="{AD123AEF-1F0B-42DA-827A-E52401981684}" sibTransId="{97BD8268-31A2-4B2F-B7D1-FD92C090A9F0}"/>
    <dgm:cxn modelId="{0380349C-5769-411B-B49D-32B66021F803}" type="presOf" srcId="{C67F9535-CE89-4C10-BED8-635160000621}" destId="{74374FC5-7569-4015-9B67-935EADE20C39}" srcOrd="0" destOrd="0" presId="urn:microsoft.com/office/officeart/2005/8/layout/vList2"/>
    <dgm:cxn modelId="{73B77DCB-163A-43B4-807D-89F4F1D49742}" type="presOf" srcId="{C929FA39-9FFC-4864-8A49-97BC43DA1CD6}" destId="{0DFBE7BB-F553-4F7E-ACD7-3824262F74DB}" srcOrd="0" destOrd="0" presId="urn:microsoft.com/office/officeart/2005/8/layout/vList2"/>
    <dgm:cxn modelId="{F4AB46D6-622E-4F22-86F9-41215C7BE857}" srcId="{84CCA68D-55B9-48E8-879B-F26B4AE660A3}" destId="{C929FA39-9FFC-4864-8A49-97BC43DA1CD6}" srcOrd="5" destOrd="0" parTransId="{E11C49C5-8DF4-4F9D-8485-8BC22865EB15}" sibTransId="{0780E3C2-BDF3-445E-988C-F327ADB7E263}"/>
    <dgm:cxn modelId="{EBCF14F3-7318-4C33-8AFA-82ACB46D14F0}" srcId="{84CCA68D-55B9-48E8-879B-F26B4AE660A3}" destId="{B8FCB62A-23F6-4AF3-8C7E-3A1BD945A023}" srcOrd="7" destOrd="0" parTransId="{67898B4B-AC47-490C-8CB6-3A62D2AD1D49}" sibTransId="{184A3296-201E-448B-9CA4-E4C4558A589C}"/>
    <dgm:cxn modelId="{A37596F3-97B7-4D46-8568-678990E17144}" srcId="{84CCA68D-55B9-48E8-879B-F26B4AE660A3}" destId="{FE2F1A9C-5AC8-424F-9068-D3133C8F6C7B}" srcOrd="0" destOrd="0" parTransId="{714E0C2C-F90D-40FB-9629-4739AC3D1794}" sibTransId="{4E973854-0DAF-4784-AAC2-6BA388BFA927}"/>
    <dgm:cxn modelId="{5064719E-9B70-4A36-9FD5-B6FC5B022A37}" type="presParOf" srcId="{71B4D289-6728-484F-B2DA-B7BFA7C28B82}" destId="{F67EE385-7340-4943-B949-D5076A72B398}" srcOrd="0" destOrd="0" presId="urn:microsoft.com/office/officeart/2005/8/layout/vList2"/>
    <dgm:cxn modelId="{36448293-B02A-4AE5-962C-0FF510EC36C1}" type="presParOf" srcId="{71B4D289-6728-484F-B2DA-B7BFA7C28B82}" destId="{83FE5901-4568-449F-9CA4-BA7705A7604C}" srcOrd="1" destOrd="0" presId="urn:microsoft.com/office/officeart/2005/8/layout/vList2"/>
    <dgm:cxn modelId="{FA92B55D-C0FA-40BC-8DD1-B3235031DEC2}" type="presParOf" srcId="{71B4D289-6728-484F-B2DA-B7BFA7C28B82}" destId="{5C8FE744-D87F-41E8-9694-2B4CF47AD0CE}" srcOrd="2" destOrd="0" presId="urn:microsoft.com/office/officeart/2005/8/layout/vList2"/>
    <dgm:cxn modelId="{9695FB1B-E8E5-4383-A974-D70B8C725177}" type="presParOf" srcId="{71B4D289-6728-484F-B2DA-B7BFA7C28B82}" destId="{670FF8DC-65A4-43D8-9F9F-85592B437DB0}" srcOrd="3" destOrd="0" presId="urn:microsoft.com/office/officeart/2005/8/layout/vList2"/>
    <dgm:cxn modelId="{C06EFAC8-AB0C-4891-9B96-6F61375AD323}" type="presParOf" srcId="{71B4D289-6728-484F-B2DA-B7BFA7C28B82}" destId="{E865E4DF-E70A-4C8F-A3C1-D0A3F3320C32}" srcOrd="4" destOrd="0" presId="urn:microsoft.com/office/officeart/2005/8/layout/vList2"/>
    <dgm:cxn modelId="{82C67552-3FB8-4069-AF22-D0D0F8B82651}" type="presParOf" srcId="{71B4D289-6728-484F-B2DA-B7BFA7C28B82}" destId="{2B8D7D90-24FB-4C8E-94EB-5C53EEEE0D2C}" srcOrd="5" destOrd="0" presId="urn:microsoft.com/office/officeart/2005/8/layout/vList2"/>
    <dgm:cxn modelId="{B24C7B29-7C55-433D-96E6-918A1F0430B4}" type="presParOf" srcId="{71B4D289-6728-484F-B2DA-B7BFA7C28B82}" destId="{74374FC5-7569-4015-9B67-935EADE20C39}" srcOrd="6" destOrd="0" presId="urn:microsoft.com/office/officeart/2005/8/layout/vList2"/>
    <dgm:cxn modelId="{89AD22ED-C47F-4994-A292-D66EBDAA27AB}" type="presParOf" srcId="{71B4D289-6728-484F-B2DA-B7BFA7C28B82}" destId="{E6089880-7488-4BD7-B363-9EAD94E75C30}" srcOrd="7" destOrd="0" presId="urn:microsoft.com/office/officeart/2005/8/layout/vList2"/>
    <dgm:cxn modelId="{207E4ADA-AD55-47DE-A6E0-2AA8E544E122}" type="presParOf" srcId="{71B4D289-6728-484F-B2DA-B7BFA7C28B82}" destId="{BF1C4FAB-1FE1-4B4D-B0F0-DFF972BD074F}" srcOrd="8" destOrd="0" presId="urn:microsoft.com/office/officeart/2005/8/layout/vList2"/>
    <dgm:cxn modelId="{3AB4AAA8-2566-4C84-9FDD-DF64EB2E8CBB}" type="presParOf" srcId="{71B4D289-6728-484F-B2DA-B7BFA7C28B82}" destId="{D19E74E3-5FF4-4BBA-AD0A-36613BE4DD54}" srcOrd="9" destOrd="0" presId="urn:microsoft.com/office/officeart/2005/8/layout/vList2"/>
    <dgm:cxn modelId="{293EA0B3-8EFE-4E99-9EB4-27753F8AE91D}" type="presParOf" srcId="{71B4D289-6728-484F-B2DA-B7BFA7C28B82}" destId="{0DFBE7BB-F553-4F7E-ACD7-3824262F74DB}" srcOrd="10" destOrd="0" presId="urn:microsoft.com/office/officeart/2005/8/layout/vList2"/>
    <dgm:cxn modelId="{F20DE243-2469-4FAD-BBBF-69DB9F39F5E8}" type="presParOf" srcId="{71B4D289-6728-484F-B2DA-B7BFA7C28B82}" destId="{84BD0E52-EB8A-4C68-8737-BA6EC1C880D7}" srcOrd="11" destOrd="0" presId="urn:microsoft.com/office/officeart/2005/8/layout/vList2"/>
    <dgm:cxn modelId="{CEB6E5A5-1E8C-4A3D-8FBE-9181CE82472B}" type="presParOf" srcId="{71B4D289-6728-484F-B2DA-B7BFA7C28B82}" destId="{83F785EB-53E0-40E6-9B8E-56919ADBFFCB}" srcOrd="12" destOrd="0" presId="urn:microsoft.com/office/officeart/2005/8/layout/vList2"/>
    <dgm:cxn modelId="{F0495875-BC62-4BD9-B691-674B4086F47D}" type="presParOf" srcId="{71B4D289-6728-484F-B2DA-B7BFA7C28B82}" destId="{933F0720-A33F-4934-B617-EC84EC0B89F2}" srcOrd="13" destOrd="0" presId="urn:microsoft.com/office/officeart/2005/8/layout/vList2"/>
    <dgm:cxn modelId="{8D5B50E1-CCD3-4180-B49D-5581F0B792AE}" type="presParOf" srcId="{71B4D289-6728-484F-B2DA-B7BFA7C28B82}" destId="{15497F16-529D-4E28-BE83-45BFFA3656EF}" srcOrd="14" destOrd="0" presId="urn:microsoft.com/office/officeart/2005/8/layout/vList2"/>
    <dgm:cxn modelId="{5EE1AB5D-412A-402B-9F21-A58C00F33215}" type="presParOf" srcId="{71B4D289-6728-484F-B2DA-B7BFA7C28B82}" destId="{C4024C2F-ADD7-4E91-AF3F-6158EA7A8496}" srcOrd="15" destOrd="0" presId="urn:microsoft.com/office/officeart/2005/8/layout/vList2"/>
    <dgm:cxn modelId="{467CA102-7140-4F76-AA28-686099C8C765}" type="presParOf" srcId="{71B4D289-6728-484F-B2DA-B7BFA7C28B82}" destId="{E6928E1C-B036-41D0-BEDE-38DF42184D19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C83388-31EA-44F3-A814-36D9B8149ACF}" type="doc">
      <dgm:prSet loTypeId="urn:microsoft.com/office/officeart/2018/2/layout/IconVerticalSolidList" loCatId="icon" qsTypeId="urn:microsoft.com/office/officeart/2005/8/quickstyle/simple1#20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66E77C-1F59-4D75-85AF-D122FE377F5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i="0" dirty="0"/>
            <a:t>Any Questions?</a:t>
          </a:r>
          <a:endParaRPr lang="en-US" dirty="0"/>
        </a:p>
      </dgm:t>
    </dgm:pt>
    <dgm:pt modelId="{EF16A179-AC3C-4E9D-8B02-BFE9A5039E23}" type="parTrans" cxnId="{C5134DF6-6EA0-47CC-92C0-3587726D155A}">
      <dgm:prSet/>
      <dgm:spPr/>
      <dgm:t>
        <a:bodyPr/>
        <a:lstStyle/>
        <a:p>
          <a:endParaRPr lang="en-US"/>
        </a:p>
      </dgm:t>
    </dgm:pt>
    <dgm:pt modelId="{5756B280-D722-4958-8137-DC115754D144}" type="sibTrans" cxnId="{C5134DF6-6EA0-47CC-92C0-3587726D155A}">
      <dgm:prSet/>
      <dgm:spPr/>
      <dgm:t>
        <a:bodyPr/>
        <a:lstStyle/>
        <a:p>
          <a:endParaRPr lang="en-US"/>
        </a:p>
      </dgm:t>
    </dgm:pt>
    <dgm:pt modelId="{13087430-6081-4DEF-BD4B-EE49BEE309E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 dirty="0"/>
            <a:t>Presented by</a:t>
          </a:r>
          <a:br>
            <a:rPr lang="en-IN" b="0" i="0" dirty="0"/>
          </a:br>
          <a:r>
            <a:rPr lang="en-IN" b="0" i="0" dirty="0"/>
            <a:t>    Deva Raj</a:t>
          </a:r>
          <a:endParaRPr lang="en-US" b="0" dirty="0"/>
        </a:p>
      </dgm:t>
    </dgm:pt>
    <dgm:pt modelId="{AC6FB87C-E260-4F60-A345-3DC01C4AD608}" type="parTrans" cxnId="{0D7979D4-72E6-4F37-82FB-83492F3729D1}">
      <dgm:prSet/>
      <dgm:spPr/>
      <dgm:t>
        <a:bodyPr/>
        <a:lstStyle/>
        <a:p>
          <a:endParaRPr lang="en-US"/>
        </a:p>
      </dgm:t>
    </dgm:pt>
    <dgm:pt modelId="{0020A95D-47CA-4D71-8E8C-076726F90170}" type="sibTrans" cxnId="{0D7979D4-72E6-4F37-82FB-83492F3729D1}">
      <dgm:prSet/>
      <dgm:spPr/>
      <dgm:t>
        <a:bodyPr/>
        <a:lstStyle/>
        <a:p>
          <a:endParaRPr lang="en-US"/>
        </a:p>
      </dgm:t>
    </dgm:pt>
    <dgm:pt modelId="{D8C240F8-9B76-42F9-8ED5-55D8CD402A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Email: </a:t>
          </a:r>
          <a:r>
            <a:rPr lang="en-IN" b="0" i="1"/>
            <a:t>rdevaraj3469@gmail.com</a:t>
          </a:r>
          <a:endParaRPr lang="en-US"/>
        </a:p>
      </dgm:t>
    </dgm:pt>
    <dgm:pt modelId="{11487A49-3C49-447B-B1F1-CC880C221C68}" type="parTrans" cxnId="{A9D28F63-2579-4681-A17A-8624BE4F711C}">
      <dgm:prSet/>
      <dgm:spPr/>
      <dgm:t>
        <a:bodyPr/>
        <a:lstStyle/>
        <a:p>
          <a:endParaRPr lang="en-US"/>
        </a:p>
      </dgm:t>
    </dgm:pt>
    <dgm:pt modelId="{D2B2A742-DE74-421C-B999-834B19DF5C64}" type="sibTrans" cxnId="{A9D28F63-2579-4681-A17A-8624BE4F711C}">
      <dgm:prSet/>
      <dgm:spPr/>
      <dgm:t>
        <a:bodyPr/>
        <a:lstStyle/>
        <a:p>
          <a:endParaRPr lang="en-US"/>
        </a:p>
      </dgm:t>
    </dgm:pt>
    <dgm:pt modelId="{7D74CA80-4768-4544-8593-C48AFD61ECE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LinkedIn: www.linkedin.com/in/devarajraja/</a:t>
          </a:r>
          <a:endParaRPr lang="en-US"/>
        </a:p>
      </dgm:t>
    </dgm:pt>
    <dgm:pt modelId="{4344ECE3-12E1-4C05-93E8-C29E74F50ACC}" type="parTrans" cxnId="{038EF462-09BF-460C-BF88-885BD9DC1025}">
      <dgm:prSet/>
      <dgm:spPr/>
      <dgm:t>
        <a:bodyPr/>
        <a:lstStyle/>
        <a:p>
          <a:endParaRPr lang="en-US"/>
        </a:p>
      </dgm:t>
    </dgm:pt>
    <dgm:pt modelId="{B5E7BD99-9C06-4C87-8D13-E6C0F25C475E}" type="sibTrans" cxnId="{038EF462-09BF-460C-BF88-885BD9DC1025}">
      <dgm:prSet/>
      <dgm:spPr/>
      <dgm:t>
        <a:bodyPr/>
        <a:lstStyle/>
        <a:p>
          <a:endParaRPr lang="en-US"/>
        </a:p>
      </dgm:t>
    </dgm:pt>
    <dgm:pt modelId="{0454191C-FD15-44B3-94A5-0308F268657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0" i="0"/>
            <a:t>GitHub: https://github.com/rdevaraj3469-doomstay/HR-Analyst-Dashboard</a:t>
          </a:r>
          <a:endParaRPr lang="en-US"/>
        </a:p>
      </dgm:t>
    </dgm:pt>
    <dgm:pt modelId="{3DF5AEF7-681E-4896-A70A-24A96325388E}" type="parTrans" cxnId="{418F476D-BFEA-4315-9B38-A3296C527884}">
      <dgm:prSet/>
      <dgm:spPr/>
      <dgm:t>
        <a:bodyPr/>
        <a:lstStyle/>
        <a:p>
          <a:endParaRPr lang="en-US"/>
        </a:p>
      </dgm:t>
    </dgm:pt>
    <dgm:pt modelId="{52B49E7D-2D2D-4E82-A5FA-C44EF13898E3}" type="sibTrans" cxnId="{418F476D-BFEA-4315-9B38-A3296C527884}">
      <dgm:prSet/>
      <dgm:spPr/>
      <dgm:t>
        <a:bodyPr/>
        <a:lstStyle/>
        <a:p>
          <a:endParaRPr lang="en-US"/>
        </a:p>
      </dgm:t>
    </dgm:pt>
    <dgm:pt modelId="{CAEC7707-0791-482B-9A1D-DE004D5955B0}" type="pres">
      <dgm:prSet presAssocID="{0CC83388-31EA-44F3-A814-36D9B8149ACF}" presName="root" presStyleCnt="0">
        <dgm:presLayoutVars>
          <dgm:dir/>
          <dgm:resizeHandles val="exact"/>
        </dgm:presLayoutVars>
      </dgm:prSet>
      <dgm:spPr/>
    </dgm:pt>
    <dgm:pt modelId="{3FAEB7D8-97C5-4471-ABFB-5058F1C0CC9D}" type="pres">
      <dgm:prSet presAssocID="{A666E77C-1F59-4D75-85AF-D122FE377F55}" presName="compNode" presStyleCnt="0"/>
      <dgm:spPr/>
    </dgm:pt>
    <dgm:pt modelId="{75EC6E95-7BCC-4485-9C06-E6108AB2CE70}" type="pres">
      <dgm:prSet presAssocID="{A666E77C-1F59-4D75-85AF-D122FE377F55}" presName="bgRect" presStyleLbl="bgShp" presStyleIdx="0" presStyleCnt="2"/>
      <dgm:spPr/>
    </dgm:pt>
    <dgm:pt modelId="{3D3DAE7E-648B-4D42-9026-8D989F9E6054}" type="pres">
      <dgm:prSet presAssocID="{A666E77C-1F59-4D75-85AF-D122FE377F5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969D703-81AC-4D31-A08F-C199BBCDF962}" type="pres">
      <dgm:prSet presAssocID="{A666E77C-1F59-4D75-85AF-D122FE377F55}" presName="spaceRect" presStyleCnt="0"/>
      <dgm:spPr/>
    </dgm:pt>
    <dgm:pt modelId="{AA6D9E71-F9AD-44B0-A644-364F814356C3}" type="pres">
      <dgm:prSet presAssocID="{A666E77C-1F59-4D75-85AF-D122FE377F55}" presName="parTx" presStyleLbl="revTx" presStyleIdx="0" presStyleCnt="3">
        <dgm:presLayoutVars>
          <dgm:chMax val="0"/>
          <dgm:chPref val="0"/>
        </dgm:presLayoutVars>
      </dgm:prSet>
      <dgm:spPr/>
    </dgm:pt>
    <dgm:pt modelId="{8A9E15EA-B134-40A2-95A6-FF7D8E475428}" type="pres">
      <dgm:prSet presAssocID="{5756B280-D722-4958-8137-DC115754D144}" presName="sibTrans" presStyleCnt="0"/>
      <dgm:spPr/>
    </dgm:pt>
    <dgm:pt modelId="{B220EF6F-4167-4FFC-B35F-F48BCF707E4B}" type="pres">
      <dgm:prSet presAssocID="{13087430-6081-4DEF-BD4B-EE49BEE309E7}" presName="compNode" presStyleCnt="0"/>
      <dgm:spPr/>
    </dgm:pt>
    <dgm:pt modelId="{E901A4D1-0568-447F-BC8C-DDE7BFD94028}" type="pres">
      <dgm:prSet presAssocID="{13087430-6081-4DEF-BD4B-EE49BEE309E7}" presName="bgRect" presStyleLbl="bgShp" presStyleIdx="1" presStyleCnt="2"/>
      <dgm:spPr/>
    </dgm:pt>
    <dgm:pt modelId="{ECA814B2-B528-4CC3-A36C-677F335A37DF}" type="pres">
      <dgm:prSet presAssocID="{13087430-6081-4DEF-BD4B-EE49BEE309E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7478FBA7-8E3D-4EA7-8D64-829EB12100CC}" type="pres">
      <dgm:prSet presAssocID="{13087430-6081-4DEF-BD4B-EE49BEE309E7}" presName="spaceRect" presStyleCnt="0"/>
      <dgm:spPr/>
    </dgm:pt>
    <dgm:pt modelId="{75AE97EA-BF24-42D4-ABF7-64375FF2A901}" type="pres">
      <dgm:prSet presAssocID="{13087430-6081-4DEF-BD4B-EE49BEE309E7}" presName="parTx" presStyleLbl="revTx" presStyleIdx="1" presStyleCnt="3">
        <dgm:presLayoutVars>
          <dgm:chMax val="0"/>
          <dgm:chPref val="0"/>
        </dgm:presLayoutVars>
      </dgm:prSet>
      <dgm:spPr/>
    </dgm:pt>
    <dgm:pt modelId="{A0018567-150C-47AD-AE9C-2812B4AE359D}" type="pres">
      <dgm:prSet presAssocID="{13087430-6081-4DEF-BD4B-EE49BEE309E7}" presName="desTx" presStyleLbl="revTx" presStyleIdx="2" presStyleCnt="3">
        <dgm:presLayoutVars/>
      </dgm:prSet>
      <dgm:spPr/>
    </dgm:pt>
  </dgm:ptLst>
  <dgm:cxnLst>
    <dgm:cxn modelId="{7D0E1219-5147-4EDB-BF08-9E7792705E91}" type="presOf" srcId="{7D74CA80-4768-4544-8593-C48AFD61ECE6}" destId="{A0018567-150C-47AD-AE9C-2812B4AE359D}" srcOrd="0" destOrd="1" presId="urn:microsoft.com/office/officeart/2018/2/layout/IconVerticalSolidList"/>
    <dgm:cxn modelId="{9236D226-DC9A-45E3-BFD0-8B120325123D}" type="presOf" srcId="{0CC83388-31EA-44F3-A814-36D9B8149ACF}" destId="{CAEC7707-0791-482B-9A1D-DE004D5955B0}" srcOrd="0" destOrd="0" presId="urn:microsoft.com/office/officeart/2018/2/layout/IconVerticalSolidList"/>
    <dgm:cxn modelId="{B39D6329-B9EC-46A7-9039-994401F02132}" type="presOf" srcId="{0454191C-FD15-44B3-94A5-0308F268657F}" destId="{A0018567-150C-47AD-AE9C-2812B4AE359D}" srcOrd="0" destOrd="2" presId="urn:microsoft.com/office/officeart/2018/2/layout/IconVerticalSolidList"/>
    <dgm:cxn modelId="{038EF462-09BF-460C-BF88-885BD9DC1025}" srcId="{13087430-6081-4DEF-BD4B-EE49BEE309E7}" destId="{7D74CA80-4768-4544-8593-C48AFD61ECE6}" srcOrd="1" destOrd="0" parTransId="{4344ECE3-12E1-4C05-93E8-C29E74F50ACC}" sibTransId="{B5E7BD99-9C06-4C87-8D13-E6C0F25C475E}"/>
    <dgm:cxn modelId="{A9D28F63-2579-4681-A17A-8624BE4F711C}" srcId="{13087430-6081-4DEF-BD4B-EE49BEE309E7}" destId="{D8C240F8-9B76-42F9-8ED5-55D8CD402AA0}" srcOrd="0" destOrd="0" parTransId="{11487A49-3C49-447B-B1F1-CC880C221C68}" sibTransId="{D2B2A742-DE74-421C-B999-834B19DF5C64}"/>
    <dgm:cxn modelId="{418F476D-BFEA-4315-9B38-A3296C527884}" srcId="{13087430-6081-4DEF-BD4B-EE49BEE309E7}" destId="{0454191C-FD15-44B3-94A5-0308F268657F}" srcOrd="2" destOrd="0" parTransId="{3DF5AEF7-681E-4896-A70A-24A96325388E}" sibTransId="{52B49E7D-2D2D-4E82-A5FA-C44EF13898E3}"/>
    <dgm:cxn modelId="{AAD1628D-9AD2-404A-98FC-E0EC7520B29B}" type="presOf" srcId="{13087430-6081-4DEF-BD4B-EE49BEE309E7}" destId="{75AE97EA-BF24-42D4-ABF7-64375FF2A901}" srcOrd="0" destOrd="0" presId="urn:microsoft.com/office/officeart/2018/2/layout/IconVerticalSolidList"/>
    <dgm:cxn modelId="{E4756DC5-92F5-4B35-A7C4-BE23E3F58F25}" type="presOf" srcId="{A666E77C-1F59-4D75-85AF-D122FE377F55}" destId="{AA6D9E71-F9AD-44B0-A644-364F814356C3}" srcOrd="0" destOrd="0" presId="urn:microsoft.com/office/officeart/2018/2/layout/IconVerticalSolidList"/>
    <dgm:cxn modelId="{64B8C3C7-D3C1-45E0-B785-C46A13DD4AC6}" type="presOf" srcId="{D8C240F8-9B76-42F9-8ED5-55D8CD402AA0}" destId="{A0018567-150C-47AD-AE9C-2812B4AE359D}" srcOrd="0" destOrd="0" presId="urn:microsoft.com/office/officeart/2018/2/layout/IconVerticalSolidList"/>
    <dgm:cxn modelId="{0D7979D4-72E6-4F37-82FB-83492F3729D1}" srcId="{0CC83388-31EA-44F3-A814-36D9B8149ACF}" destId="{13087430-6081-4DEF-BD4B-EE49BEE309E7}" srcOrd="1" destOrd="0" parTransId="{AC6FB87C-E260-4F60-A345-3DC01C4AD608}" sibTransId="{0020A95D-47CA-4D71-8E8C-076726F90170}"/>
    <dgm:cxn modelId="{C5134DF6-6EA0-47CC-92C0-3587726D155A}" srcId="{0CC83388-31EA-44F3-A814-36D9B8149ACF}" destId="{A666E77C-1F59-4D75-85AF-D122FE377F55}" srcOrd="0" destOrd="0" parTransId="{EF16A179-AC3C-4E9D-8B02-BFE9A5039E23}" sibTransId="{5756B280-D722-4958-8137-DC115754D144}"/>
    <dgm:cxn modelId="{8030B9F5-41EE-4C9A-A182-11420501AE83}" type="presParOf" srcId="{CAEC7707-0791-482B-9A1D-DE004D5955B0}" destId="{3FAEB7D8-97C5-4471-ABFB-5058F1C0CC9D}" srcOrd="0" destOrd="0" presId="urn:microsoft.com/office/officeart/2018/2/layout/IconVerticalSolidList"/>
    <dgm:cxn modelId="{3D8C9EAA-CC2B-4235-B464-8F858F1BEE1B}" type="presParOf" srcId="{3FAEB7D8-97C5-4471-ABFB-5058F1C0CC9D}" destId="{75EC6E95-7BCC-4485-9C06-E6108AB2CE70}" srcOrd="0" destOrd="0" presId="urn:microsoft.com/office/officeart/2018/2/layout/IconVerticalSolidList"/>
    <dgm:cxn modelId="{53841A49-3F47-4218-B5F3-D34338556921}" type="presParOf" srcId="{3FAEB7D8-97C5-4471-ABFB-5058F1C0CC9D}" destId="{3D3DAE7E-648B-4D42-9026-8D989F9E6054}" srcOrd="1" destOrd="0" presId="urn:microsoft.com/office/officeart/2018/2/layout/IconVerticalSolidList"/>
    <dgm:cxn modelId="{352F90EE-633A-4DE5-A62C-FDAA1294CF47}" type="presParOf" srcId="{3FAEB7D8-97C5-4471-ABFB-5058F1C0CC9D}" destId="{B969D703-81AC-4D31-A08F-C199BBCDF962}" srcOrd="2" destOrd="0" presId="urn:microsoft.com/office/officeart/2018/2/layout/IconVerticalSolidList"/>
    <dgm:cxn modelId="{8C130D77-09D4-42D8-9E91-871AF78F16DA}" type="presParOf" srcId="{3FAEB7D8-97C5-4471-ABFB-5058F1C0CC9D}" destId="{AA6D9E71-F9AD-44B0-A644-364F814356C3}" srcOrd="3" destOrd="0" presId="urn:microsoft.com/office/officeart/2018/2/layout/IconVerticalSolidList"/>
    <dgm:cxn modelId="{2B7BE613-3E56-4B58-83B5-8914C2D61C22}" type="presParOf" srcId="{CAEC7707-0791-482B-9A1D-DE004D5955B0}" destId="{8A9E15EA-B134-40A2-95A6-FF7D8E475428}" srcOrd="1" destOrd="0" presId="urn:microsoft.com/office/officeart/2018/2/layout/IconVerticalSolidList"/>
    <dgm:cxn modelId="{1447616A-41EA-4298-B3CC-CD5F049E8F48}" type="presParOf" srcId="{CAEC7707-0791-482B-9A1D-DE004D5955B0}" destId="{B220EF6F-4167-4FFC-B35F-F48BCF707E4B}" srcOrd="2" destOrd="0" presId="urn:microsoft.com/office/officeart/2018/2/layout/IconVerticalSolidList"/>
    <dgm:cxn modelId="{8B61FBB4-2087-45EA-8B09-7683770A027E}" type="presParOf" srcId="{B220EF6F-4167-4FFC-B35F-F48BCF707E4B}" destId="{E901A4D1-0568-447F-BC8C-DDE7BFD94028}" srcOrd="0" destOrd="0" presId="urn:microsoft.com/office/officeart/2018/2/layout/IconVerticalSolidList"/>
    <dgm:cxn modelId="{9B54A742-82D0-484A-89AF-24DD70C7882E}" type="presParOf" srcId="{B220EF6F-4167-4FFC-B35F-F48BCF707E4B}" destId="{ECA814B2-B528-4CC3-A36C-677F335A37DF}" srcOrd="1" destOrd="0" presId="urn:microsoft.com/office/officeart/2018/2/layout/IconVerticalSolidList"/>
    <dgm:cxn modelId="{0E868385-6E90-44C7-845B-DBFE614B9542}" type="presParOf" srcId="{B220EF6F-4167-4FFC-B35F-F48BCF707E4B}" destId="{7478FBA7-8E3D-4EA7-8D64-829EB12100CC}" srcOrd="2" destOrd="0" presId="urn:microsoft.com/office/officeart/2018/2/layout/IconVerticalSolidList"/>
    <dgm:cxn modelId="{55FB071F-5181-4F66-B590-C2A7CD523B9F}" type="presParOf" srcId="{B220EF6F-4167-4FFC-B35F-F48BCF707E4B}" destId="{75AE97EA-BF24-42D4-ABF7-64375FF2A901}" srcOrd="3" destOrd="0" presId="urn:microsoft.com/office/officeart/2018/2/layout/IconVerticalSolidList"/>
    <dgm:cxn modelId="{23972D93-ECEB-468F-BBDE-9AFAA38560AC}" type="presParOf" srcId="{B220EF6F-4167-4FFC-B35F-F48BCF707E4B}" destId="{A0018567-150C-47AD-AE9C-2812B4AE359D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03215-BC45-4556-BF01-51C8F4A35CC0}">
      <dsp:nvSpPr>
        <dsp:cNvPr id="0" name=""/>
        <dsp:cNvSpPr/>
      </dsp:nvSpPr>
      <dsp:spPr>
        <a:xfrm>
          <a:off x="28876" y="796631"/>
          <a:ext cx="890937" cy="890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0F81A-A3CA-45E2-B4A8-AB7BF50C652A}">
      <dsp:nvSpPr>
        <dsp:cNvPr id="0" name=""/>
        <dsp:cNvSpPr/>
      </dsp:nvSpPr>
      <dsp:spPr>
        <a:xfrm>
          <a:off x="215973" y="983728"/>
          <a:ext cx="516743" cy="516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007A5-99AF-428F-84B0-C33CB73B9CE2}">
      <dsp:nvSpPr>
        <dsp:cNvPr id="0" name=""/>
        <dsp:cNvSpPr/>
      </dsp:nvSpPr>
      <dsp:spPr>
        <a:xfrm>
          <a:off x="1110728" y="796631"/>
          <a:ext cx="2100066" cy="8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Total Records Analyzed:</a:t>
          </a:r>
          <a:r>
            <a:rPr lang="en-IN" sz="1200" kern="1200"/>
            <a:t> 15K historical observations. </a:t>
          </a:r>
          <a:endParaRPr lang="en-US" sz="1200" kern="1200"/>
        </a:p>
      </dsp:txBody>
      <dsp:txXfrm>
        <a:off x="1110728" y="796631"/>
        <a:ext cx="2100066" cy="890937"/>
      </dsp:txXfrm>
    </dsp:sp>
    <dsp:sp modelId="{BA49B540-0E4B-4E85-8649-470DAE900829}">
      <dsp:nvSpPr>
        <dsp:cNvPr id="0" name=""/>
        <dsp:cNvSpPr/>
      </dsp:nvSpPr>
      <dsp:spPr>
        <a:xfrm>
          <a:off x="3576715" y="796631"/>
          <a:ext cx="890937" cy="890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B705C0-D89D-4019-97C6-49C82FB0EEE7}">
      <dsp:nvSpPr>
        <dsp:cNvPr id="0" name=""/>
        <dsp:cNvSpPr/>
      </dsp:nvSpPr>
      <dsp:spPr>
        <a:xfrm>
          <a:off x="3763812" y="983728"/>
          <a:ext cx="516743" cy="516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8E333-E7D3-4731-BBF0-B462BB4B3DEF}">
      <dsp:nvSpPr>
        <dsp:cNvPr id="0" name=""/>
        <dsp:cNvSpPr/>
      </dsp:nvSpPr>
      <dsp:spPr>
        <a:xfrm>
          <a:off x="4658568" y="796631"/>
          <a:ext cx="2100066" cy="8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Total Documented Inundations:</a:t>
          </a:r>
          <a:r>
            <a:rPr lang="en-IN" sz="1200" kern="1200"/>
            <a:t> 1K critical flood events. </a:t>
          </a:r>
          <a:endParaRPr lang="en-US" sz="1200" kern="1200"/>
        </a:p>
      </dsp:txBody>
      <dsp:txXfrm>
        <a:off x="4658568" y="796631"/>
        <a:ext cx="2100066" cy="890937"/>
      </dsp:txXfrm>
    </dsp:sp>
    <dsp:sp modelId="{4394D874-53AE-49CF-ADEC-3426B1401049}">
      <dsp:nvSpPr>
        <dsp:cNvPr id="0" name=""/>
        <dsp:cNvSpPr/>
      </dsp:nvSpPr>
      <dsp:spPr>
        <a:xfrm>
          <a:off x="7124555" y="796631"/>
          <a:ext cx="890937" cy="890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2E081-C0A1-41C3-B860-F2182346F75F}">
      <dsp:nvSpPr>
        <dsp:cNvPr id="0" name=""/>
        <dsp:cNvSpPr/>
      </dsp:nvSpPr>
      <dsp:spPr>
        <a:xfrm>
          <a:off x="7311651" y="983728"/>
          <a:ext cx="516743" cy="516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F343A-8A74-451C-9BC7-2D2B55880BB3}">
      <dsp:nvSpPr>
        <dsp:cNvPr id="0" name=""/>
        <dsp:cNvSpPr/>
      </dsp:nvSpPr>
      <dsp:spPr>
        <a:xfrm>
          <a:off x="8206407" y="796631"/>
          <a:ext cx="2100066" cy="8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Hydrological Baseline:</a:t>
          </a:r>
          <a:r>
            <a:rPr lang="en-IN" sz="1200" kern="1200"/>
            <a:t> 2.62K average discharge flow rate. </a:t>
          </a:r>
          <a:endParaRPr lang="en-US" sz="1200" kern="1200"/>
        </a:p>
      </dsp:txBody>
      <dsp:txXfrm>
        <a:off x="8206407" y="796631"/>
        <a:ext cx="2100066" cy="890937"/>
      </dsp:txXfrm>
    </dsp:sp>
    <dsp:sp modelId="{2DE3670B-2F8F-4EA4-92E5-5B5FA0F8550C}">
      <dsp:nvSpPr>
        <dsp:cNvPr id="0" name=""/>
        <dsp:cNvSpPr/>
      </dsp:nvSpPr>
      <dsp:spPr>
        <a:xfrm>
          <a:off x="28876" y="2378862"/>
          <a:ext cx="890937" cy="890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7D357-7623-4B97-895E-81E475B74053}">
      <dsp:nvSpPr>
        <dsp:cNvPr id="0" name=""/>
        <dsp:cNvSpPr/>
      </dsp:nvSpPr>
      <dsp:spPr>
        <a:xfrm>
          <a:off x="215973" y="2565958"/>
          <a:ext cx="516743" cy="516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3F2BC-07CB-4576-AF3A-1797BD5A07A3}">
      <dsp:nvSpPr>
        <dsp:cNvPr id="0" name=""/>
        <dsp:cNvSpPr/>
      </dsp:nvSpPr>
      <dsp:spPr>
        <a:xfrm>
          <a:off x="1110728" y="2378862"/>
          <a:ext cx="2100066" cy="8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Baseline Event Likelihood:</a:t>
          </a:r>
          <a:r>
            <a:rPr lang="en-IN" sz="1200" kern="1200"/>
            <a:t> 0.50 average flood probability (balanced historical distribution). </a:t>
          </a:r>
          <a:endParaRPr lang="en-US" sz="1200" kern="1200"/>
        </a:p>
      </dsp:txBody>
      <dsp:txXfrm>
        <a:off x="1110728" y="2378862"/>
        <a:ext cx="2100066" cy="890937"/>
      </dsp:txXfrm>
    </dsp:sp>
    <dsp:sp modelId="{E5F4EF34-1A2C-48C5-AA37-63E4D2981E48}">
      <dsp:nvSpPr>
        <dsp:cNvPr id="0" name=""/>
        <dsp:cNvSpPr/>
      </dsp:nvSpPr>
      <dsp:spPr>
        <a:xfrm>
          <a:off x="3576715" y="2378862"/>
          <a:ext cx="890937" cy="8909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496FCF-57F5-4766-BB58-F773E6BC01C4}">
      <dsp:nvSpPr>
        <dsp:cNvPr id="0" name=""/>
        <dsp:cNvSpPr/>
      </dsp:nvSpPr>
      <dsp:spPr>
        <a:xfrm>
          <a:off x="3763812" y="2565958"/>
          <a:ext cx="516743" cy="5167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4A87A-B1D2-4632-8CDF-07604E9F0196}">
      <dsp:nvSpPr>
        <dsp:cNvPr id="0" name=""/>
        <dsp:cNvSpPr/>
      </dsp:nvSpPr>
      <dsp:spPr>
        <a:xfrm>
          <a:off x="4658568" y="2378862"/>
          <a:ext cx="2100066" cy="890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Runoff Multiplier:</a:t>
          </a:r>
          <a:r>
            <a:rPr lang="en-IN" sz="1200" kern="1200"/>
            <a:t> 2.29 Deforestation Impact Ratio (forest loss more than doubles local runoff velocity).</a:t>
          </a:r>
          <a:endParaRPr lang="en-US" sz="1200" kern="1200"/>
        </a:p>
      </dsp:txBody>
      <dsp:txXfrm>
        <a:off x="4658568" y="2378862"/>
        <a:ext cx="2100066" cy="890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61DC5-29FA-41C4-A296-A6CB0F0676E7}">
      <dsp:nvSpPr>
        <dsp:cNvPr id="0" name=""/>
        <dsp:cNvSpPr/>
      </dsp:nvSpPr>
      <dsp:spPr>
        <a:xfrm>
          <a:off x="0" y="167032"/>
          <a:ext cx="5385816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High-Risk Zones:</a:t>
          </a:r>
          <a:endParaRPr lang="en-US" sz="1600" kern="1200"/>
        </a:p>
      </dsp:txBody>
      <dsp:txXfrm>
        <a:off x="34055" y="201087"/>
        <a:ext cx="5317706" cy="629502"/>
      </dsp:txXfrm>
    </dsp:sp>
    <dsp:sp modelId="{904009DF-1598-4E35-9726-48195702A639}">
      <dsp:nvSpPr>
        <dsp:cNvPr id="0" name=""/>
        <dsp:cNvSpPr/>
      </dsp:nvSpPr>
      <dsp:spPr>
        <a:xfrm>
          <a:off x="0" y="864644"/>
          <a:ext cx="5385816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000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200" b="1" kern="1200"/>
            <a:t>Red River (VN):</a:t>
          </a:r>
          <a:r>
            <a:rPr lang="en-IN" sz="1200" kern="1200"/>
            <a:t> 207 events (highest regional concentration). </a:t>
          </a:r>
          <a:endParaRPr lang="en-US" sz="1200" kern="1200"/>
        </a:p>
        <a:p>
          <a:pPr marL="114300" lvl="1" indent="-114300" algn="l" defTabSz="5334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200" b="1" kern="1200"/>
            <a:t>Chao Phraya (TH):</a:t>
          </a:r>
          <a:r>
            <a:rPr lang="en-IN" sz="1200" kern="1200"/>
            <a:t> 188 events. </a:t>
          </a:r>
          <a:endParaRPr lang="en-US" sz="1200" kern="1200"/>
        </a:p>
      </dsp:txBody>
      <dsp:txXfrm>
        <a:off x="0" y="864644"/>
        <a:ext cx="5385816" cy="463680"/>
      </dsp:txXfrm>
    </dsp:sp>
    <dsp:sp modelId="{D8E129C4-56DB-41DC-BCD5-37EED54210E0}">
      <dsp:nvSpPr>
        <dsp:cNvPr id="0" name=""/>
        <dsp:cNvSpPr/>
      </dsp:nvSpPr>
      <dsp:spPr>
        <a:xfrm>
          <a:off x="0" y="1328324"/>
          <a:ext cx="5385816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Moderate to Stable Zones:</a:t>
          </a:r>
          <a:endParaRPr lang="en-US" sz="1600" kern="1200"/>
        </a:p>
      </dsp:txBody>
      <dsp:txXfrm>
        <a:off x="34055" y="1362379"/>
        <a:ext cx="5317706" cy="629502"/>
      </dsp:txXfrm>
    </dsp:sp>
    <dsp:sp modelId="{B24ED247-F1DF-4ED2-BFC3-982EFE57F456}">
      <dsp:nvSpPr>
        <dsp:cNvPr id="0" name=""/>
        <dsp:cNvSpPr/>
      </dsp:nvSpPr>
      <dsp:spPr>
        <a:xfrm>
          <a:off x="0" y="2025937"/>
          <a:ext cx="5385816" cy="927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000" tIns="20320" rIns="113792" bIns="20320" numCol="1" spcCol="1270" anchor="t" anchorCtr="0">
          <a:noAutofit/>
        </a:bodyPr>
        <a:lstStyle/>
        <a:p>
          <a:pPr marL="114300" lvl="1" indent="-114300" algn="l" defTabSz="5334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200" b="1" kern="1200"/>
            <a:t>Indus Plain (PK):</a:t>
          </a:r>
          <a:r>
            <a:rPr lang="en-IN" sz="1200" kern="1200"/>
            <a:t> 177 events. </a:t>
          </a:r>
          <a:endParaRPr lang="en-US" sz="1200" kern="1200"/>
        </a:p>
        <a:p>
          <a:pPr marL="114300" lvl="1" indent="-114300" algn="l" defTabSz="5334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200" b="1" kern="1200"/>
            <a:t>Mekong Delta (VN):</a:t>
          </a:r>
          <a:r>
            <a:rPr lang="en-IN" sz="1200" kern="1200"/>
            <a:t> 175 events. </a:t>
          </a:r>
          <a:endParaRPr lang="en-US" sz="1200" kern="1200"/>
        </a:p>
        <a:p>
          <a:pPr marL="114300" lvl="1" indent="-114300" algn="l" defTabSz="5334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200" b="1" kern="1200"/>
            <a:t>Ganges-Brahmaputra (BD):</a:t>
          </a:r>
          <a:r>
            <a:rPr lang="en-IN" sz="1200" kern="1200"/>
            <a:t> 172 events. </a:t>
          </a:r>
          <a:endParaRPr lang="en-US" sz="1200" kern="1200"/>
        </a:p>
        <a:p>
          <a:pPr marL="114300" lvl="1" indent="-114300" algn="l" defTabSz="5334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200" b="1" kern="1200"/>
            <a:t>Ayeyarwady (MM):</a:t>
          </a:r>
          <a:r>
            <a:rPr lang="en-IN" sz="1200" kern="1200"/>
            <a:t> 170 events. </a:t>
          </a:r>
          <a:endParaRPr lang="en-US" sz="1200" kern="1200"/>
        </a:p>
      </dsp:txBody>
      <dsp:txXfrm>
        <a:off x="0" y="2025937"/>
        <a:ext cx="5385816" cy="927360"/>
      </dsp:txXfrm>
    </dsp:sp>
    <dsp:sp modelId="{FBFE4242-88CA-427B-BCAA-1A652E4FAB4C}">
      <dsp:nvSpPr>
        <dsp:cNvPr id="0" name=""/>
        <dsp:cNvSpPr/>
      </dsp:nvSpPr>
      <dsp:spPr>
        <a:xfrm>
          <a:off x="0" y="2953297"/>
          <a:ext cx="5385816" cy="697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Visual:</a:t>
          </a:r>
          <a:r>
            <a:rPr lang="en-IN" sz="1600" kern="1200"/>
            <a:t> Bar chart showing descending event volume by basin (Total Recorded Flood Events by Basin). </a:t>
          </a:r>
          <a:endParaRPr lang="en-US" sz="1600" kern="1200"/>
        </a:p>
      </dsp:txBody>
      <dsp:txXfrm>
        <a:off x="34055" y="2987352"/>
        <a:ext cx="5317706" cy="6295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3A5AB-C6E0-44E6-9EC4-930BE64E4C49}">
      <dsp:nvSpPr>
        <dsp:cNvPr id="0" name=""/>
        <dsp:cNvSpPr/>
      </dsp:nvSpPr>
      <dsp:spPr>
        <a:xfrm>
          <a:off x="0" y="179829"/>
          <a:ext cx="4621553" cy="673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Urban Concrete Footprint:</a:t>
          </a:r>
          <a:r>
            <a:rPr lang="en-IN" sz="1200" kern="1200"/>
            <a:t> Urban impervious coverage consistently exceeds deforestation rates across all basins, peaking at 85K in Red River and 84K in Chao Phraya. </a:t>
          </a:r>
          <a:endParaRPr lang="en-US" sz="1200" kern="1200"/>
        </a:p>
      </dsp:txBody>
      <dsp:txXfrm>
        <a:off x="32898" y="212727"/>
        <a:ext cx="4555757" cy="608124"/>
      </dsp:txXfrm>
    </dsp:sp>
    <dsp:sp modelId="{92E9F3B5-A33D-4B36-B1F2-32195D6B00C1}">
      <dsp:nvSpPr>
        <dsp:cNvPr id="0" name=""/>
        <dsp:cNvSpPr/>
      </dsp:nvSpPr>
      <dsp:spPr>
        <a:xfrm>
          <a:off x="0" y="888309"/>
          <a:ext cx="4621553" cy="673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Runoff Saturation:</a:t>
          </a:r>
          <a:r>
            <a:rPr lang="en-IN" sz="1200" kern="1200"/>
            <a:t> Paved city land prevents ground absorption, accelerating storm runoff into major river channels. </a:t>
          </a:r>
          <a:endParaRPr lang="en-US" sz="1200" kern="1200"/>
        </a:p>
      </dsp:txBody>
      <dsp:txXfrm>
        <a:off x="32898" y="921207"/>
        <a:ext cx="4555757" cy="608124"/>
      </dsp:txXfrm>
    </dsp:sp>
    <dsp:sp modelId="{C2EEFA3E-9C93-4E8E-93EB-3BD94F907705}">
      <dsp:nvSpPr>
        <dsp:cNvPr id="0" name=""/>
        <dsp:cNvSpPr/>
      </dsp:nvSpPr>
      <dsp:spPr>
        <a:xfrm>
          <a:off x="0" y="1596789"/>
          <a:ext cx="4621553" cy="673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Upstream Forest Impact:</a:t>
          </a:r>
          <a:r>
            <a:rPr lang="en-IN" sz="1200" kern="1200"/>
            <a:t> The 2.29 Deforestation Impact Ratio indicates degraded tree cover eliminates natural water retention upstream. </a:t>
          </a:r>
          <a:endParaRPr lang="en-US" sz="1200" kern="1200"/>
        </a:p>
      </dsp:txBody>
      <dsp:txXfrm>
        <a:off x="32898" y="1629687"/>
        <a:ext cx="4555757" cy="608124"/>
      </dsp:txXfrm>
    </dsp:sp>
    <dsp:sp modelId="{B6FCB017-5DE3-4658-8880-F17254D24DD8}">
      <dsp:nvSpPr>
        <dsp:cNvPr id="0" name=""/>
        <dsp:cNvSpPr/>
      </dsp:nvSpPr>
      <dsp:spPr>
        <a:xfrm>
          <a:off x="0" y="2305269"/>
          <a:ext cx="4621553" cy="673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Visual:</a:t>
          </a:r>
          <a:r>
            <a:rPr lang="en-IN" sz="1200" kern="1200"/>
            <a:t> Clustered column visual (Deforestation Rate vs Urban Impervious Area). </a:t>
          </a:r>
          <a:endParaRPr lang="en-US" sz="1200" kern="1200"/>
        </a:p>
      </dsp:txBody>
      <dsp:txXfrm>
        <a:off x="32898" y="2338167"/>
        <a:ext cx="4555757" cy="6081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EE385-7340-4943-B949-D5076A72B398}">
      <dsp:nvSpPr>
        <dsp:cNvPr id="0" name=""/>
        <dsp:cNvSpPr/>
      </dsp:nvSpPr>
      <dsp:spPr>
        <a:xfrm>
          <a:off x="0" y="85363"/>
          <a:ext cx="6949440" cy="5651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Future Improvements</a:t>
          </a:r>
          <a:endParaRPr lang="en-US" sz="2300" kern="1200"/>
        </a:p>
      </dsp:txBody>
      <dsp:txXfrm>
        <a:off x="27586" y="112949"/>
        <a:ext cx="6894268" cy="509938"/>
      </dsp:txXfrm>
    </dsp:sp>
    <dsp:sp modelId="{5C8FE744-D87F-41E8-9694-2B4CF47AD0CE}">
      <dsp:nvSpPr>
        <dsp:cNvPr id="0" name=""/>
        <dsp:cNvSpPr/>
      </dsp:nvSpPr>
      <dsp:spPr>
        <a:xfrm>
          <a:off x="0" y="716713"/>
          <a:ext cx="6949440" cy="565110"/>
        </a:xfrm>
        <a:prstGeom prst="roundRect">
          <a:avLst/>
        </a:prstGeom>
        <a:solidFill>
          <a:schemeClr val="accent2">
            <a:hueOff val="-130166"/>
            <a:satOff val="-2704"/>
            <a:lumOff val="-7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You can mention:</a:t>
          </a:r>
          <a:endParaRPr lang="en-US" sz="2300" kern="1200"/>
        </a:p>
      </dsp:txBody>
      <dsp:txXfrm>
        <a:off x="27586" y="744299"/>
        <a:ext cx="6894268" cy="509938"/>
      </dsp:txXfrm>
    </dsp:sp>
    <dsp:sp modelId="{E865E4DF-E70A-4C8F-A3C1-D0A3F3320C32}">
      <dsp:nvSpPr>
        <dsp:cNvPr id="0" name=""/>
        <dsp:cNvSpPr/>
      </dsp:nvSpPr>
      <dsp:spPr>
        <a:xfrm>
          <a:off x="0" y="1348063"/>
          <a:ext cx="6949440" cy="565110"/>
        </a:xfrm>
        <a:prstGeom prst="roundRect">
          <a:avLst/>
        </a:prstGeom>
        <a:solidFill>
          <a:schemeClr val="accent2">
            <a:hueOff val="-260332"/>
            <a:satOff val="-5408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Add </a:t>
          </a:r>
          <a:r>
            <a:rPr lang="en-IN" sz="2300" b="1" kern="1200"/>
            <a:t>real-time weather data</a:t>
          </a:r>
          <a:r>
            <a:rPr lang="en-IN" sz="2300" kern="1200"/>
            <a:t> </a:t>
          </a:r>
          <a:endParaRPr lang="en-US" sz="2300" kern="1200"/>
        </a:p>
      </dsp:txBody>
      <dsp:txXfrm>
        <a:off x="27586" y="1375649"/>
        <a:ext cx="6894268" cy="509938"/>
      </dsp:txXfrm>
    </dsp:sp>
    <dsp:sp modelId="{74374FC5-7569-4015-9B67-935EADE20C39}">
      <dsp:nvSpPr>
        <dsp:cNvPr id="0" name=""/>
        <dsp:cNvSpPr/>
      </dsp:nvSpPr>
      <dsp:spPr>
        <a:xfrm>
          <a:off x="0" y="1979413"/>
          <a:ext cx="6949440" cy="565110"/>
        </a:xfrm>
        <a:prstGeom prst="roundRect">
          <a:avLst/>
        </a:prstGeom>
        <a:solidFill>
          <a:schemeClr val="accent2">
            <a:hueOff val="-390498"/>
            <a:satOff val="-8112"/>
            <a:lumOff val="-22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Add rainfall forecasting </a:t>
          </a:r>
          <a:endParaRPr lang="en-US" sz="2300" kern="1200"/>
        </a:p>
      </dsp:txBody>
      <dsp:txXfrm>
        <a:off x="27586" y="2006999"/>
        <a:ext cx="6894268" cy="509938"/>
      </dsp:txXfrm>
    </dsp:sp>
    <dsp:sp modelId="{BF1C4FAB-1FE1-4B4D-B0F0-DFF972BD074F}">
      <dsp:nvSpPr>
        <dsp:cNvPr id="0" name=""/>
        <dsp:cNvSpPr/>
      </dsp:nvSpPr>
      <dsp:spPr>
        <a:xfrm>
          <a:off x="0" y="2610763"/>
          <a:ext cx="6949440" cy="56511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Add geographic maps </a:t>
          </a:r>
          <a:endParaRPr lang="en-US" sz="2300" kern="1200"/>
        </a:p>
      </dsp:txBody>
      <dsp:txXfrm>
        <a:off x="27586" y="2638349"/>
        <a:ext cx="6894268" cy="509938"/>
      </dsp:txXfrm>
    </dsp:sp>
    <dsp:sp modelId="{0DFBE7BB-F553-4F7E-ACD7-3824262F74DB}">
      <dsp:nvSpPr>
        <dsp:cNvPr id="0" name=""/>
        <dsp:cNvSpPr/>
      </dsp:nvSpPr>
      <dsp:spPr>
        <a:xfrm>
          <a:off x="0" y="3242113"/>
          <a:ext cx="6949440" cy="565110"/>
        </a:xfrm>
        <a:prstGeom prst="roundRect">
          <a:avLst/>
        </a:prstGeom>
        <a:solidFill>
          <a:schemeClr val="accent2">
            <a:hueOff val="-650831"/>
            <a:satOff val="-13519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Add historical year-wise comparison </a:t>
          </a:r>
          <a:endParaRPr lang="en-US" sz="2300" kern="1200"/>
        </a:p>
      </dsp:txBody>
      <dsp:txXfrm>
        <a:off x="27586" y="3269699"/>
        <a:ext cx="6894268" cy="509938"/>
      </dsp:txXfrm>
    </dsp:sp>
    <dsp:sp modelId="{83F785EB-53E0-40E6-9B8E-56919ADBFFCB}">
      <dsp:nvSpPr>
        <dsp:cNvPr id="0" name=""/>
        <dsp:cNvSpPr/>
      </dsp:nvSpPr>
      <dsp:spPr>
        <a:xfrm>
          <a:off x="0" y="3873464"/>
          <a:ext cx="6949440" cy="565110"/>
        </a:xfrm>
        <a:prstGeom prst="roundRect">
          <a:avLst/>
        </a:prstGeom>
        <a:solidFill>
          <a:schemeClr val="accent2">
            <a:hueOff val="-780997"/>
            <a:satOff val="-16223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Add satellite-based land-use information </a:t>
          </a:r>
          <a:endParaRPr lang="en-US" sz="2300" kern="1200"/>
        </a:p>
      </dsp:txBody>
      <dsp:txXfrm>
        <a:off x="27586" y="3901050"/>
        <a:ext cx="6894268" cy="509938"/>
      </dsp:txXfrm>
    </dsp:sp>
    <dsp:sp modelId="{15497F16-529D-4E28-BE83-45BFFA3656EF}">
      <dsp:nvSpPr>
        <dsp:cNvPr id="0" name=""/>
        <dsp:cNvSpPr/>
      </dsp:nvSpPr>
      <dsp:spPr>
        <a:xfrm>
          <a:off x="0" y="4504814"/>
          <a:ext cx="6949440" cy="565110"/>
        </a:xfrm>
        <a:prstGeom prst="roundRect">
          <a:avLst/>
        </a:prstGeom>
        <a:solidFill>
          <a:schemeClr val="accent2">
            <a:hueOff val="-911163"/>
            <a:satOff val="-18927"/>
            <a:lumOff val="-514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Develop flood-risk prediction models </a:t>
          </a:r>
          <a:endParaRPr lang="en-US" sz="2300" kern="1200"/>
        </a:p>
      </dsp:txBody>
      <dsp:txXfrm>
        <a:off x="27586" y="4532400"/>
        <a:ext cx="6894268" cy="509938"/>
      </dsp:txXfrm>
    </dsp:sp>
    <dsp:sp modelId="{E6928E1C-B036-41D0-BEDE-38DF42184D19}">
      <dsp:nvSpPr>
        <dsp:cNvPr id="0" name=""/>
        <dsp:cNvSpPr/>
      </dsp:nvSpPr>
      <dsp:spPr>
        <a:xfrm>
          <a:off x="0" y="5136164"/>
          <a:ext cx="6949440" cy="56511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Add automated Power BI refresh</a:t>
          </a:r>
          <a:endParaRPr lang="en-US" sz="2300" kern="1200"/>
        </a:p>
      </dsp:txBody>
      <dsp:txXfrm>
        <a:off x="27586" y="5163750"/>
        <a:ext cx="6894268" cy="5099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C6E95-7BCC-4485-9C06-E6108AB2CE70}">
      <dsp:nvSpPr>
        <dsp:cNvPr id="0" name=""/>
        <dsp:cNvSpPr/>
      </dsp:nvSpPr>
      <dsp:spPr>
        <a:xfrm>
          <a:off x="0" y="717332"/>
          <a:ext cx="10945037" cy="13243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DAE7E-648B-4D42-9026-8D989F9E6054}">
      <dsp:nvSpPr>
        <dsp:cNvPr id="0" name=""/>
        <dsp:cNvSpPr/>
      </dsp:nvSpPr>
      <dsp:spPr>
        <a:xfrm>
          <a:off x="400602" y="1015301"/>
          <a:ext cx="728368" cy="7283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D9E71-F9AD-44B0-A644-364F814356C3}">
      <dsp:nvSpPr>
        <dsp:cNvPr id="0" name=""/>
        <dsp:cNvSpPr/>
      </dsp:nvSpPr>
      <dsp:spPr>
        <a:xfrm>
          <a:off x="1529573" y="717332"/>
          <a:ext cx="9415463" cy="1324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56" tIns="140156" rIns="140156" bIns="1401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i="0" kern="1200" dirty="0"/>
            <a:t>Any Questions?</a:t>
          </a:r>
          <a:endParaRPr lang="en-US" sz="2500" kern="1200" dirty="0"/>
        </a:p>
      </dsp:txBody>
      <dsp:txXfrm>
        <a:off x="1529573" y="717332"/>
        <a:ext cx="9415463" cy="1324306"/>
      </dsp:txXfrm>
    </dsp:sp>
    <dsp:sp modelId="{E901A4D1-0568-447F-BC8C-DDE7BFD94028}">
      <dsp:nvSpPr>
        <dsp:cNvPr id="0" name=""/>
        <dsp:cNvSpPr/>
      </dsp:nvSpPr>
      <dsp:spPr>
        <a:xfrm>
          <a:off x="0" y="2372715"/>
          <a:ext cx="10945037" cy="13243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814B2-B528-4CC3-A36C-677F335A37DF}">
      <dsp:nvSpPr>
        <dsp:cNvPr id="0" name=""/>
        <dsp:cNvSpPr/>
      </dsp:nvSpPr>
      <dsp:spPr>
        <a:xfrm>
          <a:off x="400602" y="2670684"/>
          <a:ext cx="728368" cy="7283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E97EA-BF24-42D4-ABF7-64375FF2A901}">
      <dsp:nvSpPr>
        <dsp:cNvPr id="0" name=""/>
        <dsp:cNvSpPr/>
      </dsp:nvSpPr>
      <dsp:spPr>
        <a:xfrm>
          <a:off x="1529573" y="2372715"/>
          <a:ext cx="4925266" cy="1324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56" tIns="140156" rIns="140156" bIns="1401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 dirty="0"/>
            <a:t>Presented by</a:t>
          </a:r>
          <a:br>
            <a:rPr lang="en-IN" sz="2500" b="0" i="0" kern="1200" dirty="0"/>
          </a:br>
          <a:r>
            <a:rPr lang="en-IN" sz="2500" b="0" i="0" kern="1200" dirty="0"/>
            <a:t>    Deva Raj</a:t>
          </a:r>
          <a:endParaRPr lang="en-US" sz="2500" b="0" kern="1200" dirty="0"/>
        </a:p>
      </dsp:txBody>
      <dsp:txXfrm>
        <a:off x="1529573" y="2372715"/>
        <a:ext cx="4925266" cy="1324306"/>
      </dsp:txXfrm>
    </dsp:sp>
    <dsp:sp modelId="{A0018567-150C-47AD-AE9C-2812B4AE359D}">
      <dsp:nvSpPr>
        <dsp:cNvPr id="0" name=""/>
        <dsp:cNvSpPr/>
      </dsp:nvSpPr>
      <dsp:spPr>
        <a:xfrm>
          <a:off x="6454840" y="2372715"/>
          <a:ext cx="4490196" cy="1324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156" tIns="140156" rIns="140156" bIns="14015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Email: </a:t>
          </a:r>
          <a:r>
            <a:rPr lang="en-IN" sz="1400" b="0" i="1" kern="1200"/>
            <a:t>rdevaraj3469@gmail.com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LinkedIn: www.linkedin.com/in/devarajraja/</a:t>
          </a:r>
          <a:endParaRPr lang="en-US" sz="1400" kern="120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/>
            <a:t>GitHub: https://github.com/rdevaraj3469-doomstay/HR-Analyst-Dashboard</a:t>
          </a:r>
          <a:endParaRPr lang="en-US" sz="1400" kern="1200"/>
        </a:p>
      </dsp:txBody>
      <dsp:txXfrm>
        <a:off x="6454840" y="2372715"/>
        <a:ext cx="4490196" cy="1324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#13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6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20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70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89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6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99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3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42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0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5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9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erial view of valley map">
            <a:extLst>
              <a:ext uri="{FF2B5EF4-FFF2-40B4-BE49-F238E27FC236}">
                <a16:creationId xmlns:a16="http://schemas.microsoft.com/office/drawing/2014/main" id="{7078E655-008E-3DF7-FFC3-565AFFA6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603FC-DAC8-4195-86AC-93849996F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61358"/>
            <a:ext cx="8183880" cy="960120"/>
          </a:xfrm>
        </p:spPr>
        <p:txBody>
          <a:bodyPr anchor="ctr">
            <a:normAutofit/>
          </a:bodyPr>
          <a:lstStyle/>
          <a:p>
            <a:pPr algn="l"/>
            <a:r>
              <a:rPr lang="en-IN" sz="2800" dirty="0"/>
              <a:t>Asian Monsoon Flood Analysis: Hydrological &amp; Environmental Drivers of Regional Inundation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7935F-DA76-7389-4101-AAEA876B9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4413" y="5758211"/>
            <a:ext cx="3399681" cy="955994"/>
          </a:xfrm>
        </p:spPr>
        <p:txBody>
          <a:bodyPr anchor="ctr">
            <a:normAutofit/>
          </a:bodyPr>
          <a:lstStyle/>
          <a:p>
            <a:pPr algn="r"/>
            <a:r>
              <a:rPr lang="en-IN" sz="1900" dirty="0"/>
              <a:t>Sprint Review &amp; Risk Stratification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23B8-91C6-CA36-F812-920C8471D358}"/>
              </a:ext>
            </a:extLst>
          </p:cNvPr>
          <p:cNvSpPr txBox="1"/>
          <p:nvPr/>
        </p:nvSpPr>
        <p:spPr>
          <a:xfrm>
            <a:off x="2263515" y="6416771"/>
            <a:ext cx="635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Presenter Info: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Devaraj R / AF05248523 / 21.09.2026</a:t>
            </a:r>
          </a:p>
        </p:txBody>
      </p:sp>
    </p:spTree>
    <p:extLst>
      <p:ext uri="{BB962C8B-B14F-4D97-AF65-F5344CB8AC3E}">
        <p14:creationId xmlns:p14="http://schemas.microsoft.com/office/powerpoint/2010/main" val="3764090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B916A-5604-B996-48B9-C629266B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IN"/>
              <a:t>Executive Summary &amp; Project Objectives</a:t>
            </a:r>
            <a:endParaRPr lang="en-IN" dirty="0"/>
          </a:p>
        </p:txBody>
      </p:sp>
      <p:pic>
        <p:nvPicPr>
          <p:cNvPr id="12" name="Picture 11" descr="Aerial view of valley map">
            <a:extLst>
              <a:ext uri="{FF2B5EF4-FFF2-40B4-BE49-F238E27FC236}">
                <a16:creationId xmlns:a16="http://schemas.microsoft.com/office/drawing/2014/main" id="{B1C2D6CD-2C73-47D7-C1D4-9143660DA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04" r="3478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AB652-874E-3F6A-CFCE-0AEBA0B14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lvl="0"/>
            <a:r>
              <a:rPr lang="en-IN" sz="1800" b="1"/>
              <a:t>Context:</a:t>
            </a:r>
            <a:r>
              <a:rPr lang="en-IN" sz="1800"/>
              <a:t> Extreme monsoon cycles present severe flood vulnerabilities across critical Southeast Asian river basins. </a:t>
            </a:r>
          </a:p>
          <a:p>
            <a:pPr lvl="0"/>
            <a:r>
              <a:rPr lang="en-IN" sz="1800" b="1"/>
              <a:t>Project Goal:</a:t>
            </a:r>
            <a:r>
              <a:rPr lang="en-IN" sz="1800"/>
              <a:t> Build an end-to-end analytical workflow combining ETL pipelines, database querying, and Power BI dashboards to quantify and monitor flood triggers.</a:t>
            </a:r>
          </a:p>
          <a:p>
            <a:pPr lvl="0"/>
            <a:r>
              <a:rPr lang="en-IN" sz="1800" b="1"/>
              <a:t>Core Finding:</a:t>
            </a:r>
            <a:r>
              <a:rPr lang="en-IN" sz="1800"/>
              <a:t> While mean river discharge remains stable across regions, man-made factors (urbanization and forest loss) serve as the primary multipliers of localized flood hazards. </a:t>
            </a:r>
          </a:p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53547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D40DA-E715-FB66-60AF-97E02FF9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IN" sz="3300"/>
              <a:t>Dataset Architecture &amp; Technical Pipeline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91E57A18-0AA4-77B3-E788-39592F92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25" r="2659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C1441-BE15-F402-A707-AC30F6684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IN" sz="1500" b="1" dirty="0"/>
              <a:t>Data Scale:</a:t>
            </a:r>
            <a:r>
              <a:rPr lang="en-IN" sz="1500" dirty="0"/>
              <a:t> 15,000 observations across 6 monitored transboundary river basins. </a:t>
            </a:r>
          </a:p>
          <a:p>
            <a:pPr lvl="0">
              <a:lnSpc>
                <a:spcPct val="110000"/>
              </a:lnSpc>
            </a:pPr>
            <a:r>
              <a:rPr lang="en-IN" sz="1500" b="1" dirty="0"/>
              <a:t>Core Metrics:</a:t>
            </a:r>
            <a:r>
              <a:rPr lang="en-IN" sz="1500" dirty="0"/>
              <a:t> Hydrological flow, monsoon burst intensity, urban impervious coverage, deforestation rate, and historical flood occurrence flags. </a:t>
            </a:r>
          </a:p>
          <a:p>
            <a:pPr lvl="0">
              <a:lnSpc>
                <a:spcPct val="110000"/>
              </a:lnSpc>
            </a:pPr>
            <a:r>
              <a:rPr lang="en-IN" sz="1500" b="1" dirty="0"/>
              <a:t>Tech Stack:</a:t>
            </a:r>
            <a:endParaRPr lang="en-IN" sz="1500" dirty="0"/>
          </a:p>
          <a:p>
            <a:pPr lvl="1">
              <a:lnSpc>
                <a:spcPct val="110000"/>
              </a:lnSpc>
            </a:pPr>
            <a:r>
              <a:rPr lang="en-IN" sz="1500" b="1" dirty="0"/>
              <a:t>Storage &amp; Querying:</a:t>
            </a:r>
            <a:r>
              <a:rPr lang="en-IN" sz="1500" dirty="0"/>
              <a:t> AWS Athena / S3 data lake.</a:t>
            </a:r>
          </a:p>
          <a:p>
            <a:pPr lvl="1">
              <a:lnSpc>
                <a:spcPct val="110000"/>
              </a:lnSpc>
            </a:pPr>
            <a:r>
              <a:rPr lang="en-IN" sz="1500" b="1" dirty="0"/>
              <a:t>Transformations &amp; DAX:</a:t>
            </a:r>
            <a:r>
              <a:rPr lang="en-IN" sz="1500" dirty="0"/>
              <a:t> Custom Power BI calculated measures for risk stratification.</a:t>
            </a:r>
          </a:p>
          <a:p>
            <a:pPr lvl="1">
              <a:lnSpc>
                <a:spcPct val="110000"/>
              </a:lnSpc>
            </a:pPr>
            <a:r>
              <a:rPr lang="en-IN" sz="1500" b="1" dirty="0"/>
              <a:t>Front-End:</a:t>
            </a:r>
            <a:r>
              <a:rPr lang="en-IN" sz="1500" dirty="0"/>
              <a:t> Interactive analytical executive dashboard. </a:t>
            </a:r>
          </a:p>
          <a:p>
            <a:pPr>
              <a:lnSpc>
                <a:spcPct val="110000"/>
              </a:lnSpc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2087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69789-F912-274C-A729-1073F31F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IN"/>
              <a:t>Key Performance Indicators (KPI Overview)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5F381B-5A9B-5D53-DDFB-C66872216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569360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676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C15EB-68BB-2FC8-1383-8EFD5D3B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IN"/>
              <a:t>Regional Risk Hotspot Stratification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679AEE-15B8-54AC-4A9D-7D0A9EC0F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8" y="2441274"/>
            <a:ext cx="5173647" cy="2766256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DDED5B-4645-DC2F-B93C-B26B0ACD4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266364"/>
              </p:ext>
            </p:extLst>
          </p:nvPr>
        </p:nvGraphicFramePr>
        <p:xfrm>
          <a:off x="6096000" y="2441273"/>
          <a:ext cx="5385816" cy="3817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2500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91DB2-7E2A-49E2-F86F-A6671713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IN" sz="2500"/>
              <a:t>Deep Dive: Environmental &amp; Anthropogenic Multipliers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8D7B01-768D-0E0D-792F-0E79EB54F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261" y="1751365"/>
            <a:ext cx="5837780" cy="3355269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24CB9B-6627-8A3C-42E7-2081B7DF35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688436"/>
              </p:ext>
            </p:extLst>
          </p:nvPr>
        </p:nvGraphicFramePr>
        <p:xfrm>
          <a:off x="612648" y="2584058"/>
          <a:ext cx="4621553" cy="3159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542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76E43-AA11-E72B-FF6F-12EDF317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IN" dirty="0"/>
              <a:t>Hydrological Baselines vs Flood Probability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4D96A-034B-D2E5-C5C1-E50BA7E1B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8" y="2441274"/>
            <a:ext cx="5173647" cy="26820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A341-9699-2E70-F154-788035E2E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pPr lvl="0"/>
            <a:r>
              <a:rPr lang="en-IN" sz="1800" b="1"/>
              <a:t>Discharge Invariance:</a:t>
            </a:r>
            <a:r>
              <a:rPr lang="en-IN" sz="1800"/>
              <a:t> Mean discharge remains steady between 2.5K and 2.7K across all monitored basins. </a:t>
            </a:r>
          </a:p>
          <a:p>
            <a:pPr lvl="0"/>
            <a:r>
              <a:rPr lang="en-IN" sz="1800" b="1"/>
              <a:t>Key Finding:</a:t>
            </a:r>
            <a:r>
              <a:rPr lang="en-IN" sz="1800"/>
              <a:t> Disaster probability peaks (spikes up to ~0.500) are not driven by regular discharge averages, but by flash precipitation overwhelming urban drainage bottlenecks. </a:t>
            </a:r>
          </a:p>
          <a:p>
            <a:pPr lvl="0"/>
            <a:r>
              <a:rPr lang="en-IN" sz="1800" b="1"/>
              <a:t>Visual:</a:t>
            </a:r>
            <a:r>
              <a:rPr lang="en-IN" sz="1800"/>
              <a:t> Combo dual-axis chart (Basin Discharge vs Flood Risk Baseline)</a:t>
            </a:r>
          </a:p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76908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CE41F-194D-DD5F-12F2-65363963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IN" sz="3300" dirty="0"/>
              <a:t>Strategic Recommendations &amp; Action Plan</a:t>
            </a:r>
          </a:p>
        </p:txBody>
      </p:sp>
      <p:pic>
        <p:nvPicPr>
          <p:cNvPr id="5" name="Picture 4" descr="Busy city at night">
            <a:extLst>
              <a:ext uri="{FF2B5EF4-FFF2-40B4-BE49-F238E27FC236}">
                <a16:creationId xmlns:a16="http://schemas.microsoft.com/office/drawing/2014/main" id="{894A1086-2A57-465F-5CAB-5658DDDBA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57" r="28060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8D7BC-C402-D89F-C259-3269DDDDA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lvl="0"/>
            <a:r>
              <a:rPr lang="en-IN" sz="1800" b="1" dirty="0"/>
              <a:t>Urban Infrastructure:</a:t>
            </a:r>
            <a:r>
              <a:rPr lang="en-IN" sz="1800" dirty="0"/>
              <a:t> Prioritize permeable pavements, runoff retention zones, and upgraded pumping stations in Hanoi (Red River) and Bangkok (Chao Phraya). </a:t>
            </a:r>
          </a:p>
          <a:p>
            <a:pPr lvl="0"/>
            <a:r>
              <a:rPr lang="en-IN" sz="1800" b="1" dirty="0"/>
              <a:t>Targeted Reforestation:</a:t>
            </a:r>
            <a:r>
              <a:rPr lang="en-IN" sz="1800" dirty="0"/>
              <a:t> Establish upstream catchment forest barriers to reverse the 2.29x runoff multiplier. </a:t>
            </a:r>
          </a:p>
          <a:p>
            <a:pPr lvl="0"/>
            <a:r>
              <a:rPr lang="en-IN" sz="1800" b="1" dirty="0"/>
              <a:t>Early Warning Integration:</a:t>
            </a:r>
            <a:r>
              <a:rPr lang="en-IN" sz="1800" dirty="0"/>
              <a:t> Deploy sensor networks to track discharge spikes above the 2.62K mean baseline rather than monitoring seasonal averages alone.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0622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E17A50-51B5-4481-1945-8DB8D787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2D1E4-D15A-4F9E-2057-73E443DA2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IN" sz="1800" b="1" dirty="0"/>
              <a:t>Main outcomes:</a:t>
            </a:r>
          </a:p>
          <a:p>
            <a:pPr lvl="0"/>
            <a:r>
              <a:rPr lang="en-IN" sz="1800" dirty="0"/>
              <a:t>Regional flood patterns were visualized. </a:t>
            </a:r>
          </a:p>
          <a:p>
            <a:pPr lvl="0"/>
            <a:r>
              <a:rPr lang="en-IN" sz="1800" dirty="0"/>
              <a:t>River discharge was compared across basins. </a:t>
            </a:r>
          </a:p>
          <a:p>
            <a:pPr lvl="0"/>
            <a:r>
              <a:rPr lang="en-IN" sz="1800" dirty="0"/>
              <a:t>Flood probability was </a:t>
            </a:r>
            <a:r>
              <a:rPr lang="en-IN" sz="1800" dirty="0" err="1"/>
              <a:t>analyzed</a:t>
            </a:r>
            <a:r>
              <a:rPr lang="en-IN" sz="1800" dirty="0"/>
              <a:t>. </a:t>
            </a:r>
          </a:p>
          <a:p>
            <a:pPr lvl="0"/>
            <a:r>
              <a:rPr lang="en-IN" sz="1800" dirty="0"/>
              <a:t>Environmental indicators were compared. </a:t>
            </a:r>
          </a:p>
          <a:p>
            <a:pPr lvl="0"/>
            <a:r>
              <a:rPr lang="en-IN" sz="1800" dirty="0"/>
              <a:t>An interactive dashboard was developed for easier decision-support and exploration. </a:t>
            </a:r>
          </a:p>
          <a:p>
            <a:endParaRPr lang="en-IN" sz="1800" dirty="0"/>
          </a:p>
        </p:txBody>
      </p:sp>
      <p:pic>
        <p:nvPicPr>
          <p:cNvPr id="5" name="Picture 4" descr="Trees and a river">
            <a:extLst>
              <a:ext uri="{FF2B5EF4-FFF2-40B4-BE49-F238E27FC236}">
                <a16:creationId xmlns:a16="http://schemas.microsoft.com/office/drawing/2014/main" id="{1DD3B4F3-E016-A83D-FB44-86CB3D030F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64" r="28165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8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CDAFE-A7A4-A3B0-FA42-30970648F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IN" sz="4000"/>
              <a:t>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FCA0DA-2B47-4B9A-0A94-8FA735261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63213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453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062A25-A7B1-CBC2-404B-BEA9D231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IN"/>
              <a:t>Thank You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9B49F4A-D4B6-34A7-7B57-5D1DF8A494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7689771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08786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653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Asian Monsoon Flood Analysis: Hydrological &amp; Environmental Drivers of Regional Inundation</vt:lpstr>
      <vt:lpstr>Executive Summary &amp; Project Objectives</vt:lpstr>
      <vt:lpstr>Dataset Architecture &amp; Technical Pipeline</vt:lpstr>
      <vt:lpstr>Key Performance Indicators (KPI Overview)</vt:lpstr>
      <vt:lpstr>Regional Risk Hotspot Stratification</vt:lpstr>
      <vt:lpstr>Deep Dive: Environmental &amp; Anthropogenic Multipliers</vt:lpstr>
      <vt:lpstr>Hydrological Baselines vs Flood Probability</vt:lpstr>
      <vt:lpstr>Strategic Recommendations &amp; Action Plan</vt:lpstr>
      <vt:lpstr>Conclusion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S0661966</dc:creator>
  <cp:lastModifiedBy>S0661966</cp:lastModifiedBy>
  <cp:revision>1</cp:revision>
  <dcterms:created xsi:type="dcterms:W3CDTF">2026-09-20T04:27:54Z</dcterms:created>
  <dcterms:modified xsi:type="dcterms:W3CDTF">2026-09-20T05:06:33Z</dcterms:modified>
</cp:coreProperties>
</file>